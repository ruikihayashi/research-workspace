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618" r:id="rId38"/>
    <p:sldId id="619" r:id="rId3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2DEBFAB3-8482-4539-ABAC-B1E9EEC5C9A6}">
          <p14:sldIdLst>
            <p14:sldId id="618"/>
            <p14:sldId id="6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6EC8900-36BC-CC0E-FFDE-443E6289A7CD}" name="高間　勇作" initials="YT" userId="S::cmt14077@ict.nitech.ac.jp::78da70a1-9396-4aa8-8caf-1c874f7e840c" providerId="AD"/>
  <p188:author id="{023EC706-BBA8-4D8D-A5DA-83409489F522}" name="杉野　翼" initials="TS" userId="S::cnj14077@ict.nitech.ac.jp::13373ca5-76d6-4f60-a8c9-48fac9574dc6" providerId="AD"/>
  <p188:author id="{B542F606-2A6F-5C51-9B4F-3B1841207FE4}" name="佐伯　晃" initials="KS" userId="S::cmj14066@ict.nitech.ac.jp::c3ca8a64-4a8b-43ff-a3ad-31bbc0b7213c" providerId="AD"/>
  <p188:author id="{A817F19B-ECA4-7953-785F-32B9D037BDC3}" name="林　流生" initials="RH" userId="S::cnt14111@ict.nitech.ac.jp::0c6a31bc-9d3e-414b-aed5-d6a7769e6317" providerId="AD"/>
  <p188:author id="{DB1A16B8-D340-5DF0-1BDE-5F6825E4B45C}" name="油谷　陽樹" initials="油谷" userId="S::cok14898@ict.nitech.ac.jp::30f347c3-dd01-4085-822f-8fa03c05601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1D5F1"/>
    <a:srgbClr val="C6E2B4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DE5ECA-A331-4D63-B5A5-65266F123D31}" v="3" dt="2026-06-09T04:37:35.769"/>
    <p1510:client id="{298089DC-D1C4-4A83-91FE-BCC1CB4ADD8F}" v="503" dt="2026-06-09T03:25:52.314"/>
    <p1510:client id="{638EBF5C-3D1F-1AE9-3E92-4F6030D1294D}" v="2" dt="2026-06-09T04:37:00.144"/>
    <p1510:client id="{E4D3F557-8465-F541-B3F3-02038D5CE7D3}" v="125" dt="2026-06-08T12:24:26.4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?><Relationships xmlns="http://schemas.openxmlformats.org/package/2006/relationships"><Relationship Id="rId34" Type="http://schemas.openxmlformats.org/officeDocument/2006/relationships/tableStyles" Target="tableStyles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32" Type="http://schemas.openxmlformats.org/officeDocument/2006/relationships/viewProps" Target="viewProps.xml"/><Relationship Id="rId37" Type="http://schemas.microsoft.com/office/2018/10/relationships/authors" Target="authors.xml"/><Relationship Id="rId36" Type="http://schemas.microsoft.com/office/2015/10/relationships/revisionInfo" Target="revisionInfo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3" Type="http://schemas.openxmlformats.org/officeDocument/2006/relationships/customXml" Target="../customXml/item3.xml"/>  <Relationship Id="rId38" Type="http://schemas.openxmlformats.org/officeDocument/2006/relationships/slide" Target="slides/slide25.xml"/>
  <Relationship Id="rId39" Type="http://schemas.openxmlformats.org/officeDocument/2006/relationships/slide" Target="slides/slide26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林　流生" userId="0c6a31bc-9d3e-414b-aed5-d6a7769e6317" providerId="ADAL" clId="{451C3F18-8E60-56E0-BAA1-652473D45CEE}"/>
    <pc:docChg chg="undo custSel addSld delSld modSld sldOrd modSection">
      <pc:chgData name="林　流生" userId="0c6a31bc-9d3e-414b-aed5-d6a7769e6317" providerId="ADAL" clId="{451C3F18-8E60-56E0-BAA1-652473D45CEE}" dt="2026-06-08T12:24:26.401" v="3577" actId="1076"/>
      <pc:docMkLst>
        <pc:docMk/>
      </pc:docMkLst>
      <pc:sldChg chg="modSp mod modCm">
        <pc:chgData name="林　流生" userId="0c6a31bc-9d3e-414b-aed5-d6a7769e6317" providerId="ADAL" clId="{451C3F18-8E60-56E0-BAA1-652473D45CEE}" dt="2026-06-02T04:08:22.913" v="3438" actId="20577"/>
        <pc:sldMkLst>
          <pc:docMk/>
          <pc:sldMk cId="2366912543" sldId="543"/>
        </pc:sldMkLst>
        <pc:spChg chg="mod">
          <ac:chgData name="林　流生" userId="0c6a31bc-9d3e-414b-aed5-d6a7769e6317" providerId="ADAL" clId="{451C3F18-8E60-56E0-BAA1-652473D45CEE}" dt="2026-06-02T04:08:22.913" v="3438" actId="20577"/>
          <ac:spMkLst>
            <pc:docMk/>
            <pc:sldMk cId="2366912543" sldId="543"/>
            <ac:spMk id="2" creationId="{00000000-0000-0000-0000-000000000000}"/>
          </ac:spMkLst>
        </pc:spChg>
        <pc:spChg chg="mod">
          <ac:chgData name="林　流生" userId="0c6a31bc-9d3e-414b-aed5-d6a7769e6317" providerId="ADAL" clId="{451C3F18-8E60-56E0-BAA1-652473D45CEE}" dt="2026-05-17T10:17:19.193" v="1172" actId="20577"/>
          <ac:spMkLst>
            <pc:docMk/>
            <pc:sldMk cId="2366912543" sldId="543"/>
            <ac:spMk id="3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林　流生" userId="0c6a31bc-9d3e-414b-aed5-d6a7769e6317" providerId="ADAL" clId="{451C3F18-8E60-56E0-BAA1-652473D45CEE}" dt="2026-06-02T04:08:22.913" v="3438" actId="20577"/>
              <pc2:cmMkLst xmlns:pc2="http://schemas.microsoft.com/office/powerpoint/2019/9/main/command">
                <pc:docMk/>
                <pc:sldMk cId="2366912543" sldId="543"/>
                <pc2:cmMk id="{EF655CB9-54EB-48F9-BDCD-27059FB3773D}"/>
              </pc2:cmMkLst>
            </pc226:cmChg>
          </p:ext>
        </pc:extLst>
      </pc:sldChg>
      <pc:sldChg chg="addSp delSp modSp mod">
        <pc:chgData name="林　流生" userId="0c6a31bc-9d3e-414b-aed5-d6a7769e6317" providerId="ADAL" clId="{451C3F18-8E60-56E0-BAA1-652473D45CEE}" dt="2026-06-08T06:34:19.988" v="3451" actId="170"/>
        <pc:sldMkLst>
          <pc:docMk/>
          <pc:sldMk cId="2484929796" sldId="574"/>
        </pc:sldMkLst>
        <pc:spChg chg="mod">
          <ac:chgData name="林　流生" userId="0c6a31bc-9d3e-414b-aed5-d6a7769e6317" providerId="ADAL" clId="{451C3F18-8E60-56E0-BAA1-652473D45CEE}" dt="2026-05-18T07:21:03.225" v="2429" actId="20577"/>
          <ac:spMkLst>
            <pc:docMk/>
            <pc:sldMk cId="2484929796" sldId="574"/>
            <ac:spMk id="3" creationId="{32485D90-7B89-9AAC-5B48-DD767B74F122}"/>
          </ac:spMkLst>
        </pc:spChg>
        <pc:spChg chg="mod">
          <ac:chgData name="林　流生" userId="0c6a31bc-9d3e-414b-aed5-d6a7769e6317" providerId="ADAL" clId="{451C3F18-8E60-56E0-BAA1-652473D45CEE}" dt="2026-06-08T06:34:19.988" v="3451" actId="170"/>
          <ac:spMkLst>
            <pc:docMk/>
            <pc:sldMk cId="2484929796" sldId="574"/>
            <ac:spMk id="5" creationId="{DC509BEB-746A-BE9B-0BC0-54A42EE2B9AB}"/>
          </ac:spMkLst>
        </pc:spChg>
        <pc:spChg chg="mod">
          <ac:chgData name="林　流生" userId="0c6a31bc-9d3e-414b-aed5-d6a7769e6317" providerId="ADAL" clId="{451C3F18-8E60-56E0-BAA1-652473D45CEE}" dt="2026-06-08T06:34:19.988" v="3451" actId="170"/>
          <ac:spMkLst>
            <pc:docMk/>
            <pc:sldMk cId="2484929796" sldId="574"/>
            <ac:spMk id="6" creationId="{5C324344-F7C2-BDB4-3B58-F069B09FAD47}"/>
          </ac:spMkLst>
        </pc:spChg>
        <pc:spChg chg="mod">
          <ac:chgData name="林　流生" userId="0c6a31bc-9d3e-414b-aed5-d6a7769e6317" providerId="ADAL" clId="{451C3F18-8E60-56E0-BAA1-652473D45CEE}" dt="2026-06-08T06:34:19.988" v="3451" actId="170"/>
          <ac:spMkLst>
            <pc:docMk/>
            <pc:sldMk cId="2484929796" sldId="574"/>
            <ac:spMk id="8" creationId="{36B5F71D-A32C-7C84-68DC-E8FE67C9582D}"/>
          </ac:spMkLst>
        </pc:spChg>
        <pc:spChg chg="mod">
          <ac:chgData name="林　流生" userId="0c6a31bc-9d3e-414b-aed5-d6a7769e6317" providerId="ADAL" clId="{451C3F18-8E60-56E0-BAA1-652473D45CEE}" dt="2026-06-08T06:34:19.988" v="3451" actId="170"/>
          <ac:spMkLst>
            <pc:docMk/>
            <pc:sldMk cId="2484929796" sldId="574"/>
            <ac:spMk id="32" creationId="{DC7E1558-9EE3-F3FE-1368-94E6A311810E}"/>
          </ac:spMkLst>
        </pc:spChg>
      </pc:sldChg>
      <pc:sldChg chg="addSp delSp modSp mod modCm">
        <pc:chgData name="林　流生" userId="0c6a31bc-9d3e-414b-aed5-d6a7769e6317" providerId="ADAL" clId="{451C3F18-8E60-56E0-BAA1-652473D45CEE}" dt="2026-06-08T07:31:53.854" v="3463" actId="20577"/>
        <pc:sldMkLst>
          <pc:docMk/>
          <pc:sldMk cId="973786017" sldId="580"/>
        </pc:sldMkLst>
        <pc:spChg chg="mod">
          <ac:chgData name="林　流生" userId="0c6a31bc-9d3e-414b-aed5-d6a7769e6317" providerId="ADAL" clId="{451C3F18-8E60-56E0-BAA1-652473D45CEE}" dt="2026-06-08T06:34:55.206" v="3456" actId="20577"/>
          <ac:spMkLst>
            <pc:docMk/>
            <pc:sldMk cId="973786017" sldId="580"/>
            <ac:spMk id="3" creationId="{B1EBB4C7-BA40-73D0-A28E-9D22C43CC68A}"/>
          </ac:spMkLst>
        </pc:spChg>
        <pc:spChg chg="mod">
          <ac:chgData name="林　流生" userId="0c6a31bc-9d3e-414b-aed5-d6a7769e6317" providerId="ADAL" clId="{451C3F18-8E60-56E0-BAA1-652473D45CEE}" dt="2026-06-08T07:31:53.854" v="3463" actId="20577"/>
          <ac:spMkLst>
            <pc:docMk/>
            <pc:sldMk cId="973786017" sldId="580"/>
            <ac:spMk id="4" creationId="{583A68A4-895F-1C52-6A4E-8856CB99D82B}"/>
          </ac:spMkLst>
        </pc:spChg>
        <pc:spChg chg="add del">
          <ac:chgData name="林　流生" userId="0c6a31bc-9d3e-414b-aed5-d6a7769e6317" providerId="ADAL" clId="{451C3F18-8E60-56E0-BAA1-652473D45CEE}" dt="2026-06-08T07:29:16.834" v="3460" actId="478"/>
          <ac:spMkLst>
            <pc:docMk/>
            <pc:sldMk cId="973786017" sldId="580"/>
            <ac:spMk id="6" creationId="{00C3D862-3D7E-92CE-B080-FEE83CA755C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林　流生" userId="0c6a31bc-9d3e-414b-aed5-d6a7769e6317" providerId="ADAL" clId="{451C3F18-8E60-56E0-BAA1-652473D45CEE}" dt="2026-06-08T06:34:55.206" v="3456" actId="20577"/>
              <pc2:cmMkLst xmlns:pc2="http://schemas.microsoft.com/office/powerpoint/2019/9/main/command">
                <pc:docMk/>
                <pc:sldMk cId="973786017" sldId="580"/>
                <pc2:cmMk id="{FC2678F6-19D1-F343-AA49-465B1CB2A5E2}"/>
              </pc2:cmMkLst>
            </pc226:cmChg>
          </p:ext>
        </pc:extLst>
      </pc:sldChg>
      <pc:sldChg chg="addSp delSp modSp mod ord">
        <pc:chgData name="林　流生" userId="0c6a31bc-9d3e-414b-aed5-d6a7769e6317" providerId="ADAL" clId="{451C3F18-8E60-56E0-BAA1-652473D45CEE}" dt="2026-06-08T07:32:11.276" v="3464" actId="20578"/>
        <pc:sldMkLst>
          <pc:docMk/>
          <pc:sldMk cId="4037031065" sldId="581"/>
        </pc:sldMkLst>
      </pc:sldChg>
      <pc:sldChg chg="addSp modSp mod ord modCm">
        <pc:chgData name="林　流生" userId="0c6a31bc-9d3e-414b-aed5-d6a7769e6317" providerId="ADAL" clId="{451C3F18-8E60-56E0-BAA1-652473D45CEE}" dt="2026-06-08T06:34:44.029" v="3453" actId="20578"/>
        <pc:sldMkLst>
          <pc:docMk/>
          <pc:sldMk cId="3027519951" sldId="584"/>
        </pc:sldMkLst>
        <pc:spChg chg="mod">
          <ac:chgData name="林　流生" userId="0c6a31bc-9d3e-414b-aed5-d6a7769e6317" providerId="ADAL" clId="{451C3F18-8E60-56E0-BAA1-652473D45CEE}" dt="2026-06-02T02:32:00.396" v="3135" actId="20577"/>
          <ac:spMkLst>
            <pc:docMk/>
            <pc:sldMk cId="3027519951" sldId="584"/>
            <ac:spMk id="2" creationId="{80998D43-5012-9CCB-0F8C-683DCBD4DF02}"/>
          </ac:spMkLst>
        </pc:spChg>
        <pc:spChg chg="mod">
          <ac:chgData name="林　流生" userId="0c6a31bc-9d3e-414b-aed5-d6a7769e6317" providerId="ADAL" clId="{451C3F18-8E60-56E0-BAA1-652473D45CEE}" dt="2026-05-18T06:41:59.382" v="1945" actId="20577"/>
          <ac:spMkLst>
            <pc:docMk/>
            <pc:sldMk cId="3027519951" sldId="584"/>
            <ac:spMk id="3" creationId="{5E4114F9-6016-37E1-5AD1-82B1F2E0A753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林　流生" userId="0c6a31bc-9d3e-414b-aed5-d6a7769e6317" providerId="ADAL" clId="{451C3F18-8E60-56E0-BAA1-652473D45CEE}" dt="2026-06-02T02:32:00.284" v="3133" actId="20577"/>
              <pc2:cmMkLst xmlns:pc2="http://schemas.microsoft.com/office/powerpoint/2019/9/main/command">
                <pc:docMk/>
                <pc:sldMk cId="3027519951" sldId="584"/>
                <pc2:cmMk id="{40AB8AC0-F806-4FD6-B9CA-18A9C04B3CE5}"/>
              </pc2:cmMkLst>
            </pc226:cmChg>
            <pc226:cmChg xmlns:pc226="http://schemas.microsoft.com/office/powerpoint/2022/06/main/command" chg="mod">
              <pc226:chgData name="林　流生" userId="0c6a31bc-9d3e-414b-aed5-d6a7769e6317" providerId="ADAL" clId="{451C3F18-8E60-56E0-BAA1-652473D45CEE}" dt="2026-06-02T02:31:01.729" v="3095" actId="20577"/>
              <pc2:cmMkLst xmlns:pc2="http://schemas.microsoft.com/office/powerpoint/2019/9/main/command">
                <pc:docMk/>
                <pc:sldMk cId="3027519951" sldId="584"/>
                <pc2:cmMk id="{4ED9B9D6-763D-8C47-B115-E181C4718FC9}"/>
              </pc2:cmMkLst>
            </pc226:cmChg>
          </p:ext>
        </pc:extLst>
      </pc:sldChg>
      <pc:sldChg chg="mod modShow">
        <pc:chgData name="林　流生" userId="0c6a31bc-9d3e-414b-aed5-d6a7769e6317" providerId="ADAL" clId="{451C3F18-8E60-56E0-BAA1-652473D45CEE}" dt="2026-05-17T09:52:15.205" v="919" actId="729"/>
        <pc:sldMkLst>
          <pc:docMk/>
          <pc:sldMk cId="448091945" sldId="585"/>
        </pc:sldMkLst>
      </pc:sldChg>
      <pc:sldChg chg="addSp delSp modSp mod modCm">
        <pc:chgData name="林　流生" userId="0c6a31bc-9d3e-414b-aed5-d6a7769e6317" providerId="ADAL" clId="{451C3F18-8E60-56E0-BAA1-652473D45CEE}" dt="2026-05-19T03:47:21.599" v="2948" actId="20577"/>
        <pc:sldMkLst>
          <pc:docMk/>
          <pc:sldMk cId="2920277727" sldId="588"/>
        </pc:sldMkLst>
        <pc:spChg chg="mod">
          <ac:chgData name="林　流生" userId="0c6a31bc-9d3e-414b-aed5-d6a7769e6317" providerId="ADAL" clId="{451C3F18-8E60-56E0-BAA1-652473D45CEE}" dt="2026-05-19T02:16:04.720" v="2735" actId="403"/>
          <ac:spMkLst>
            <pc:docMk/>
            <pc:sldMk cId="2920277727" sldId="588"/>
            <ac:spMk id="2" creationId="{804147C0-361D-2FFC-61B6-B82668FED005}"/>
          </ac:spMkLst>
        </pc:spChg>
        <pc:spChg chg="mod">
          <ac:chgData name="林　流生" userId="0c6a31bc-9d3e-414b-aed5-d6a7769e6317" providerId="ADAL" clId="{451C3F18-8E60-56E0-BAA1-652473D45CEE}" dt="2026-05-19T03:47:21.599" v="2948" actId="20577"/>
          <ac:spMkLst>
            <pc:docMk/>
            <pc:sldMk cId="2920277727" sldId="588"/>
            <ac:spMk id="3" creationId="{5933421F-CB10-29F6-CE05-35B38C48EC2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林　流生" userId="0c6a31bc-9d3e-414b-aed5-d6a7769e6317" providerId="ADAL" clId="{451C3F18-8E60-56E0-BAA1-652473D45CEE}" dt="2026-05-19T03:47:21.599" v="2948" actId="20577"/>
              <pc2:cmMkLst xmlns:pc2="http://schemas.microsoft.com/office/powerpoint/2019/9/main/command">
                <pc:docMk/>
                <pc:sldMk cId="2920277727" sldId="588"/>
                <pc2:cmMk id="{5C68315B-E58C-4421-9BC3-06BB2F9CB559}"/>
              </pc2:cmMkLst>
            </pc226:cmChg>
            <pc226:cmChg xmlns:pc226="http://schemas.microsoft.com/office/powerpoint/2022/06/main/command" chg="mod">
              <pc226:chgData name="林　流生" userId="0c6a31bc-9d3e-414b-aed5-d6a7769e6317" providerId="ADAL" clId="{451C3F18-8E60-56E0-BAA1-652473D45CEE}" dt="2026-05-19T03:47:21.599" v="2948" actId="20577"/>
              <pc2:cmMkLst xmlns:pc2="http://schemas.microsoft.com/office/powerpoint/2019/9/main/command">
                <pc:docMk/>
                <pc:sldMk cId="2920277727" sldId="588"/>
                <pc2:cmMk id="{50EDC3E6-4986-4CD0-8EBB-81A5A0FDDA33}"/>
              </pc2:cmMkLst>
            </pc226:cmChg>
          </p:ext>
        </pc:extLst>
      </pc:sldChg>
      <pc:sldChg chg="modSp add mod">
        <pc:chgData name="林　流生" userId="0c6a31bc-9d3e-414b-aed5-d6a7769e6317" providerId="ADAL" clId="{451C3F18-8E60-56E0-BAA1-652473D45CEE}" dt="2026-05-18T06:09:03.153" v="1535" actId="20577"/>
        <pc:sldMkLst>
          <pc:docMk/>
          <pc:sldMk cId="3155830050" sldId="591"/>
        </pc:sldMkLst>
        <pc:spChg chg="mod">
          <ac:chgData name="林　流生" userId="0c6a31bc-9d3e-414b-aed5-d6a7769e6317" providerId="ADAL" clId="{451C3F18-8E60-56E0-BAA1-652473D45CEE}" dt="2026-05-18T06:09:03.153" v="1535" actId="20577"/>
          <ac:spMkLst>
            <pc:docMk/>
            <pc:sldMk cId="3155830050" sldId="591"/>
            <ac:spMk id="3" creationId="{D9760A56-690A-B094-76E3-4D7D888E4050}"/>
          </ac:spMkLst>
        </pc:spChg>
      </pc:sldChg>
      <pc:sldChg chg="addSp delSp modSp mod">
        <pc:chgData name="林　流生" userId="0c6a31bc-9d3e-414b-aed5-d6a7769e6317" providerId="ADAL" clId="{451C3F18-8E60-56E0-BAA1-652473D45CEE}" dt="2026-05-19T04:09:27.328" v="2951"/>
        <pc:sldMkLst>
          <pc:docMk/>
          <pc:sldMk cId="81308148" sldId="592"/>
        </pc:sldMkLst>
        <pc:spChg chg="mod">
          <ac:chgData name="林　流生" userId="0c6a31bc-9d3e-414b-aed5-d6a7769e6317" providerId="ADAL" clId="{451C3F18-8E60-56E0-BAA1-652473D45CEE}" dt="2026-05-18T07:19:53.873" v="2399" actId="20577"/>
          <ac:spMkLst>
            <pc:docMk/>
            <pc:sldMk cId="81308148" sldId="592"/>
            <ac:spMk id="3" creationId="{3FAB9948-2163-795D-B096-03E4491AC89F}"/>
          </ac:spMkLst>
        </pc:spChg>
      </pc:sldChg>
      <pc:sldChg chg="modSp mod">
        <pc:chgData name="林　流生" userId="0c6a31bc-9d3e-414b-aed5-d6a7769e6317" providerId="ADAL" clId="{451C3F18-8E60-56E0-BAA1-652473D45CEE}" dt="2026-06-08T07:38:37.490" v="3466" actId="170"/>
        <pc:sldMkLst>
          <pc:docMk/>
          <pc:sldMk cId="1001880738" sldId="593"/>
        </pc:sldMkLst>
        <pc:spChg chg="mod">
          <ac:chgData name="林　流生" userId="0c6a31bc-9d3e-414b-aed5-d6a7769e6317" providerId="ADAL" clId="{451C3F18-8E60-56E0-BAA1-652473D45CEE}" dt="2026-05-18T07:24:44.001" v="2696" actId="20577"/>
          <ac:spMkLst>
            <pc:docMk/>
            <pc:sldMk cId="1001880738" sldId="593"/>
            <ac:spMk id="3" creationId="{82CFECE6-0C72-FCE5-4ABF-C55D3424C5B0}"/>
          </ac:spMkLst>
        </pc:spChg>
        <pc:spChg chg="mod">
          <ac:chgData name="林　流生" userId="0c6a31bc-9d3e-414b-aed5-d6a7769e6317" providerId="ADAL" clId="{451C3F18-8E60-56E0-BAA1-652473D45CEE}" dt="2026-06-08T07:38:37.490" v="3466" actId="170"/>
          <ac:spMkLst>
            <pc:docMk/>
            <pc:sldMk cId="1001880738" sldId="593"/>
            <ac:spMk id="61" creationId="{46B3563C-D72D-A499-0C07-DC416813C199}"/>
          </ac:spMkLst>
        </pc:spChg>
        <pc:spChg chg="mod">
          <ac:chgData name="林　流生" userId="0c6a31bc-9d3e-414b-aed5-d6a7769e6317" providerId="ADAL" clId="{451C3F18-8E60-56E0-BAA1-652473D45CEE}" dt="2026-06-08T07:38:37.490" v="3466" actId="170"/>
          <ac:spMkLst>
            <pc:docMk/>
            <pc:sldMk cId="1001880738" sldId="593"/>
            <ac:spMk id="62" creationId="{80F2BD49-C51F-EBF9-92D5-47CD6F76A649}"/>
          </ac:spMkLst>
        </pc:spChg>
        <pc:spChg chg="mod">
          <ac:chgData name="林　流生" userId="0c6a31bc-9d3e-414b-aed5-d6a7769e6317" providerId="ADAL" clId="{451C3F18-8E60-56E0-BAA1-652473D45CEE}" dt="2026-06-08T07:38:37.490" v="3466" actId="170"/>
          <ac:spMkLst>
            <pc:docMk/>
            <pc:sldMk cId="1001880738" sldId="593"/>
            <ac:spMk id="63" creationId="{DB36BED7-F812-0A21-E1DB-2856C3163E39}"/>
          </ac:spMkLst>
        </pc:spChg>
        <pc:spChg chg="mod">
          <ac:chgData name="林　流生" userId="0c6a31bc-9d3e-414b-aed5-d6a7769e6317" providerId="ADAL" clId="{451C3F18-8E60-56E0-BAA1-652473D45CEE}" dt="2026-06-08T07:38:37.490" v="3466" actId="170"/>
          <ac:spMkLst>
            <pc:docMk/>
            <pc:sldMk cId="1001880738" sldId="593"/>
            <ac:spMk id="87" creationId="{15A507F0-38B9-4E99-DED8-22ED96344525}"/>
          </ac:spMkLst>
        </pc:spChg>
      </pc:sldChg>
      <pc:sldChg chg="addSp delSp modSp mod">
        <pc:chgData name="林　流生" userId="0c6a31bc-9d3e-414b-aed5-d6a7769e6317" providerId="ADAL" clId="{451C3F18-8E60-56E0-BAA1-652473D45CEE}" dt="2026-06-02T03:41:13.014" v="3436" actId="1076"/>
        <pc:sldMkLst>
          <pc:docMk/>
          <pc:sldMk cId="132919723" sldId="599"/>
        </pc:sldMkLst>
        <pc:spChg chg="add mod">
          <ac:chgData name="林　流生" userId="0c6a31bc-9d3e-414b-aed5-d6a7769e6317" providerId="ADAL" clId="{451C3F18-8E60-56E0-BAA1-652473D45CEE}" dt="2026-06-02T02:19:20.502" v="3078" actId="1076"/>
          <ac:spMkLst>
            <pc:docMk/>
            <pc:sldMk cId="132919723" sldId="599"/>
            <ac:spMk id="9" creationId="{2D85D117-0469-6872-1E64-73163626E174}"/>
          </ac:spMkLst>
        </pc:spChg>
        <pc:spChg chg="add mod">
          <ac:chgData name="林　流生" userId="0c6a31bc-9d3e-414b-aed5-d6a7769e6317" providerId="ADAL" clId="{451C3F18-8E60-56E0-BAA1-652473D45CEE}" dt="2026-06-02T02:19:48.853" v="3085" actId="1076"/>
          <ac:spMkLst>
            <pc:docMk/>
            <pc:sldMk cId="132919723" sldId="599"/>
            <ac:spMk id="11" creationId="{745390F9-2C95-91B3-CBE2-E2FBCD9E022A}"/>
          </ac:spMkLst>
        </pc:spChg>
        <pc:spChg chg="add mod">
          <ac:chgData name="林　流生" userId="0c6a31bc-9d3e-414b-aed5-d6a7769e6317" providerId="ADAL" clId="{451C3F18-8E60-56E0-BAA1-652473D45CEE}" dt="2026-06-02T02:19:44.323" v="3084" actId="1076"/>
          <ac:spMkLst>
            <pc:docMk/>
            <pc:sldMk cId="132919723" sldId="599"/>
            <ac:spMk id="12" creationId="{532433AD-71BB-A234-A6B6-F9A2A17EEB03}"/>
          </ac:spMkLst>
        </pc:spChg>
        <pc:spChg chg="mod">
          <ac:chgData name="林　流生" userId="0c6a31bc-9d3e-414b-aed5-d6a7769e6317" providerId="ADAL" clId="{451C3F18-8E60-56E0-BAA1-652473D45CEE}" dt="2026-06-02T02:19:27.072" v="3079" actId="1076"/>
          <ac:spMkLst>
            <pc:docMk/>
            <pc:sldMk cId="132919723" sldId="599"/>
            <ac:spMk id="51" creationId="{49E4BEAD-1E94-18D8-C58C-99BD3800B398}"/>
          </ac:spMkLst>
        </pc:spChg>
        <pc:spChg chg="mod">
          <ac:chgData name="林　流生" userId="0c6a31bc-9d3e-414b-aed5-d6a7769e6317" providerId="ADAL" clId="{451C3F18-8E60-56E0-BAA1-652473D45CEE}" dt="2026-06-02T02:17:08.352" v="3064" actId="20577"/>
          <ac:spMkLst>
            <pc:docMk/>
            <pc:sldMk cId="132919723" sldId="599"/>
            <ac:spMk id="55" creationId="{A88AE19A-460B-DA5A-29F1-E48E7042C772}"/>
          </ac:spMkLst>
        </pc:spChg>
        <pc:grpChg chg="mod">
          <ac:chgData name="林　流生" userId="0c6a31bc-9d3e-414b-aed5-d6a7769e6317" providerId="ADAL" clId="{451C3F18-8E60-56E0-BAA1-652473D45CEE}" dt="2026-06-02T02:05:39.524" v="2953" actId="1076"/>
          <ac:grpSpMkLst>
            <pc:docMk/>
            <pc:sldMk cId="132919723" sldId="599"/>
            <ac:grpSpMk id="72" creationId="{AA1F7502-21ED-5127-827D-C62DBE25E920}"/>
          </ac:grpSpMkLst>
        </pc:grpChg>
        <pc:picChg chg="mod">
          <ac:chgData name="林　流生" userId="0c6a31bc-9d3e-414b-aed5-d6a7769e6317" providerId="ADAL" clId="{451C3F18-8E60-56E0-BAA1-652473D45CEE}" dt="2026-06-02T03:41:13.014" v="3436" actId="1076"/>
          <ac:picMkLst>
            <pc:docMk/>
            <pc:sldMk cId="132919723" sldId="599"/>
            <ac:picMk id="4" creationId="{4E61E03C-678D-F0EE-B426-E65FE2EACCBC}"/>
          </ac:picMkLst>
        </pc:picChg>
        <pc:cxnChg chg="mod">
          <ac:chgData name="林　流生" userId="0c6a31bc-9d3e-414b-aed5-d6a7769e6317" providerId="ADAL" clId="{451C3F18-8E60-56E0-BAA1-652473D45CEE}" dt="2026-06-02T02:23:51.625" v="3093" actId="1035"/>
          <ac:cxnSpMkLst>
            <pc:docMk/>
            <pc:sldMk cId="132919723" sldId="599"/>
            <ac:cxnSpMk id="52" creationId="{6AF212D0-EAB8-E16F-8104-F49CA8895375}"/>
          </ac:cxnSpMkLst>
        </pc:cxnChg>
      </pc:sldChg>
      <pc:sldChg chg="modSp mod modCm">
        <pc:chgData name="林　流生" userId="0c6a31bc-9d3e-414b-aed5-d6a7769e6317" providerId="ADAL" clId="{451C3F18-8E60-56E0-BAA1-652473D45CEE}" dt="2026-06-08T06:32:24.003" v="3448" actId="20577"/>
        <pc:sldMkLst>
          <pc:docMk/>
          <pc:sldMk cId="2303059288" sldId="601"/>
        </pc:sldMkLst>
        <pc:spChg chg="mod">
          <ac:chgData name="林　流生" userId="0c6a31bc-9d3e-414b-aed5-d6a7769e6317" providerId="ADAL" clId="{451C3F18-8E60-56E0-BAA1-652473D45CEE}" dt="2026-06-08T06:32:24.003" v="3448" actId="20577"/>
          <ac:spMkLst>
            <pc:docMk/>
            <pc:sldMk cId="2303059288" sldId="601"/>
            <ac:spMk id="3" creationId="{282DB7E9-33C8-AAE8-F6C2-8E7FB71F76D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林　流生" userId="0c6a31bc-9d3e-414b-aed5-d6a7769e6317" providerId="ADAL" clId="{451C3F18-8E60-56E0-BAA1-652473D45CEE}" dt="2026-06-08T06:32:24.003" v="3448" actId="20577"/>
              <pc2:cmMkLst xmlns:pc2="http://schemas.microsoft.com/office/powerpoint/2019/9/main/command">
                <pc:docMk/>
                <pc:sldMk cId="2303059288" sldId="601"/>
                <pc2:cmMk id="{FCAF2CD7-72FB-4FB4-A3F4-A25FE53A7F0F}"/>
              </pc2:cmMkLst>
            </pc226:cmChg>
          </p:ext>
        </pc:extLst>
      </pc:sldChg>
      <pc:sldChg chg="modSp mod">
        <pc:chgData name="林　流生" userId="0c6a31bc-9d3e-414b-aed5-d6a7769e6317" providerId="ADAL" clId="{451C3F18-8E60-56E0-BAA1-652473D45CEE}" dt="2026-06-08T06:32:52.521" v="3450" actId="113"/>
        <pc:sldMkLst>
          <pc:docMk/>
          <pc:sldMk cId="3029877132" sldId="603"/>
        </pc:sldMkLst>
        <pc:spChg chg="mod">
          <ac:chgData name="林　流生" userId="0c6a31bc-9d3e-414b-aed5-d6a7769e6317" providerId="ADAL" clId="{451C3F18-8E60-56E0-BAA1-652473D45CEE}" dt="2026-06-08T06:32:52.521" v="3450" actId="113"/>
          <ac:spMkLst>
            <pc:docMk/>
            <pc:sldMk cId="3029877132" sldId="603"/>
            <ac:spMk id="2" creationId="{1A8F3EFE-4325-1CF3-B050-AC1CC198F7DB}"/>
          </ac:spMkLst>
        </pc:spChg>
      </pc:sldChg>
      <pc:sldChg chg="modSp">
        <pc:chgData name="林　流生" userId="0c6a31bc-9d3e-414b-aed5-d6a7769e6317" providerId="ADAL" clId="{451C3F18-8E60-56E0-BAA1-652473D45CEE}" dt="2026-06-08T07:38:25.101" v="3465" actId="170"/>
        <pc:sldMkLst>
          <pc:docMk/>
          <pc:sldMk cId="3884634080" sldId="607"/>
        </pc:sldMkLst>
        <pc:spChg chg="mod">
          <ac:chgData name="林　流生" userId="0c6a31bc-9d3e-414b-aed5-d6a7769e6317" providerId="ADAL" clId="{451C3F18-8E60-56E0-BAA1-652473D45CEE}" dt="2026-06-08T07:38:25.101" v="3465" actId="170"/>
          <ac:spMkLst>
            <pc:docMk/>
            <pc:sldMk cId="3884634080" sldId="607"/>
            <ac:spMk id="42" creationId="{D6FCC530-9AD2-DB39-4DD0-FF1B1674AB9D}"/>
          </ac:spMkLst>
        </pc:spChg>
        <pc:spChg chg="mod">
          <ac:chgData name="林　流生" userId="0c6a31bc-9d3e-414b-aed5-d6a7769e6317" providerId="ADAL" clId="{451C3F18-8E60-56E0-BAA1-652473D45CEE}" dt="2026-06-08T07:38:25.101" v="3465" actId="170"/>
          <ac:spMkLst>
            <pc:docMk/>
            <pc:sldMk cId="3884634080" sldId="607"/>
            <ac:spMk id="43" creationId="{D5B3BEAB-5F5A-96CA-0146-5A4B33F6C108}"/>
          </ac:spMkLst>
        </pc:spChg>
        <pc:spChg chg="mod">
          <ac:chgData name="林　流生" userId="0c6a31bc-9d3e-414b-aed5-d6a7769e6317" providerId="ADAL" clId="{451C3F18-8E60-56E0-BAA1-652473D45CEE}" dt="2026-06-08T07:38:25.101" v="3465" actId="170"/>
          <ac:spMkLst>
            <pc:docMk/>
            <pc:sldMk cId="3884634080" sldId="607"/>
            <ac:spMk id="44" creationId="{E1758442-D14B-8883-B398-ADBD501850AB}"/>
          </ac:spMkLst>
        </pc:spChg>
        <pc:spChg chg="mod">
          <ac:chgData name="林　流生" userId="0c6a31bc-9d3e-414b-aed5-d6a7769e6317" providerId="ADAL" clId="{451C3F18-8E60-56E0-BAA1-652473D45CEE}" dt="2026-06-08T07:38:25.101" v="3465" actId="170"/>
          <ac:spMkLst>
            <pc:docMk/>
            <pc:sldMk cId="3884634080" sldId="607"/>
            <ac:spMk id="68" creationId="{F0D28FE5-B5A3-5C7D-100C-7B5D1C65337A}"/>
          </ac:spMkLst>
        </pc:spChg>
      </pc:sldChg>
      <pc:sldChg chg="addSp modSp mod">
        <pc:chgData name="林　流生" userId="0c6a31bc-9d3e-414b-aed5-d6a7769e6317" providerId="ADAL" clId="{451C3F18-8E60-56E0-BAA1-652473D45CEE}" dt="2026-06-08T12:22:30.908" v="3576" actId="14100"/>
        <pc:sldMkLst>
          <pc:docMk/>
          <pc:sldMk cId="609235806" sldId="612"/>
        </pc:sldMkLst>
        <pc:spChg chg="add mod">
          <ac:chgData name="林　流生" userId="0c6a31bc-9d3e-414b-aed5-d6a7769e6317" providerId="ADAL" clId="{451C3F18-8E60-56E0-BAA1-652473D45CEE}" dt="2026-06-08T12:22:30.908" v="3576" actId="14100"/>
          <ac:spMkLst>
            <pc:docMk/>
            <pc:sldMk cId="609235806" sldId="612"/>
            <ac:spMk id="3" creationId="{EB998928-BABC-4820-5AA5-E79B2FA0A712}"/>
          </ac:spMkLst>
        </pc:spChg>
        <pc:spChg chg="mod">
          <ac:chgData name="林　流生" userId="0c6a31bc-9d3e-414b-aed5-d6a7769e6317" providerId="ADAL" clId="{451C3F18-8E60-56E0-BAA1-652473D45CEE}" dt="2026-06-08T12:14:51.851" v="3520" actId="20577"/>
          <ac:spMkLst>
            <pc:docMk/>
            <pc:sldMk cId="609235806" sldId="612"/>
            <ac:spMk id="5" creationId="{D7AEC8E0-78ED-3559-DC36-DE64A697ADD7}"/>
          </ac:spMkLst>
        </pc:spChg>
        <pc:spChg chg="mod">
          <ac:chgData name="林　流生" userId="0c6a31bc-9d3e-414b-aed5-d6a7769e6317" providerId="ADAL" clId="{451C3F18-8E60-56E0-BAA1-652473D45CEE}" dt="2026-06-08T12:07:24.705" v="3491" actId="20577"/>
          <ac:spMkLst>
            <pc:docMk/>
            <pc:sldMk cId="609235806" sldId="612"/>
            <ac:spMk id="6" creationId="{A8E8B030-6EBE-65BC-7AA1-0D4E19803BEA}"/>
          </ac:spMkLst>
        </pc:spChg>
      </pc:sldChg>
      <pc:sldChg chg="modSp mod">
        <pc:chgData name="林　流生" userId="0c6a31bc-9d3e-414b-aed5-d6a7769e6317" providerId="ADAL" clId="{451C3F18-8E60-56E0-BAA1-652473D45CEE}" dt="2026-06-08T12:06:36.886" v="3467" actId="1076"/>
        <pc:sldMkLst>
          <pc:docMk/>
          <pc:sldMk cId="1559125767" sldId="613"/>
        </pc:sldMkLst>
        <pc:graphicFrameChg chg="mod">
          <ac:chgData name="林　流生" userId="0c6a31bc-9d3e-414b-aed5-d6a7769e6317" providerId="ADAL" clId="{451C3F18-8E60-56E0-BAA1-652473D45CEE}" dt="2026-06-08T12:06:36.886" v="3467" actId="1076"/>
          <ac:graphicFrameMkLst>
            <pc:docMk/>
            <pc:sldMk cId="1559125767" sldId="613"/>
            <ac:graphicFrameMk id="4" creationId="{40128F17-3E12-D681-DA6A-6F39F0DE3ECD}"/>
          </ac:graphicFrameMkLst>
        </pc:graphicFrameChg>
      </pc:sldChg>
      <pc:sldChg chg="modSp mod">
        <pc:chgData name="林　流生" userId="0c6a31bc-9d3e-414b-aed5-d6a7769e6317" providerId="ADAL" clId="{451C3F18-8E60-56E0-BAA1-652473D45CEE}" dt="2026-06-08T12:09:22.012" v="3492" actId="113"/>
        <pc:sldMkLst>
          <pc:docMk/>
          <pc:sldMk cId="4005262150" sldId="614"/>
        </pc:sldMkLst>
        <pc:spChg chg="mod">
          <ac:chgData name="林　流生" userId="0c6a31bc-9d3e-414b-aed5-d6a7769e6317" providerId="ADAL" clId="{451C3F18-8E60-56E0-BAA1-652473D45CEE}" dt="2026-06-08T12:09:22.012" v="3492" actId="113"/>
          <ac:spMkLst>
            <pc:docMk/>
            <pc:sldMk cId="4005262150" sldId="614"/>
            <ac:spMk id="2" creationId="{C56C0194-9FF0-C9FC-AEED-DF9A32F866A5}"/>
          </ac:spMkLst>
        </pc:spChg>
      </pc:sldChg>
      <pc:sldChg chg="modSp mod">
        <pc:chgData name="林　流生" userId="0c6a31bc-9d3e-414b-aed5-d6a7769e6317" providerId="ADAL" clId="{451C3F18-8E60-56E0-BAA1-652473D45CEE}" dt="2026-06-08T12:24:26.401" v="3577" actId="1076"/>
        <pc:sldMkLst>
          <pc:docMk/>
          <pc:sldMk cId="3701197834" sldId="615"/>
        </pc:sldMkLst>
        <pc:graphicFrameChg chg="mod">
          <ac:chgData name="林　流生" userId="0c6a31bc-9d3e-414b-aed5-d6a7769e6317" providerId="ADAL" clId="{451C3F18-8E60-56E0-BAA1-652473D45CEE}" dt="2026-06-08T12:24:26.401" v="3577" actId="1076"/>
          <ac:graphicFrameMkLst>
            <pc:docMk/>
            <pc:sldMk cId="3701197834" sldId="615"/>
            <ac:graphicFrameMk id="6" creationId="{1E3A98AA-DCC2-504A-D07E-4CAAA4976AAA}"/>
          </ac:graphicFrameMkLst>
        </pc:graphicFrameChg>
      </pc:sldChg>
    </pc:docChg>
  </pc:docChgLst>
  <pc:docChgLst>
    <pc:chgData name="油谷　陽樹" userId="S::cok14898@ict.nitech.ac.jp::30f347c3-dd01-4085-822f-8fa03c05601b" providerId="AD" clId="Web-{AAFD2323-47C9-4F4C-FD42-D869984243F3}"/>
    <pc:docChg chg="mod">
      <pc:chgData name="油谷　陽樹" userId="S::cok14898@ict.nitech.ac.jp::30f347c3-dd01-4085-822f-8fa03c05601b" providerId="AD" clId="Web-{AAFD2323-47C9-4F4C-FD42-D869984243F3}" dt="2026-05-26T01:40:34.494" v="0"/>
      <pc:docMkLst>
        <pc:docMk/>
      </pc:docMkLst>
    </pc:docChg>
  </pc:docChgLst>
  <pc:docChgLst>
    <pc:chgData name="林　流生" userId="S::cnt14111@ict.nitech.ac.jp::0c6a31bc-9d3e-414b-aed5-d6a7769e6317" providerId="AD" clId="Web-{E9D5F570-ED5D-933E-A87E-38E3122CCF23}"/>
    <pc:docChg chg="addSld delSld modSld">
      <pc:chgData name="林　流生" userId="S::cnt14111@ict.nitech.ac.jp::0c6a31bc-9d3e-414b-aed5-d6a7769e6317" providerId="AD" clId="Web-{E9D5F570-ED5D-933E-A87E-38E3122CCF23}" dt="2026-05-14T04:46:20.674" v="35" actId="20577"/>
      <pc:docMkLst>
        <pc:docMk/>
      </pc:docMkLst>
      <pc:sldChg chg="modSp">
        <pc:chgData name="林　流生" userId="S::cnt14111@ict.nitech.ac.jp::0c6a31bc-9d3e-414b-aed5-d6a7769e6317" providerId="AD" clId="Web-{E9D5F570-ED5D-933E-A87E-38E3122CCF23}" dt="2026-05-14T04:40:05.183" v="6" actId="20577"/>
        <pc:sldMkLst>
          <pc:docMk/>
          <pc:sldMk cId="2366912543" sldId="543"/>
        </pc:sldMkLst>
        <pc:spChg chg="mod">
          <ac:chgData name="林　流生" userId="S::cnt14111@ict.nitech.ac.jp::0c6a31bc-9d3e-414b-aed5-d6a7769e6317" providerId="AD" clId="Web-{E9D5F570-ED5D-933E-A87E-38E3122CCF23}" dt="2026-05-14T04:39:57.480" v="1" actId="20577"/>
          <ac:spMkLst>
            <pc:docMk/>
            <pc:sldMk cId="2366912543" sldId="543"/>
            <ac:spMk id="2" creationId="{00000000-0000-0000-0000-000000000000}"/>
          </ac:spMkLst>
        </pc:spChg>
        <pc:spChg chg="mod">
          <ac:chgData name="林　流生" userId="S::cnt14111@ict.nitech.ac.jp::0c6a31bc-9d3e-414b-aed5-d6a7769e6317" providerId="AD" clId="Web-{E9D5F570-ED5D-933E-A87E-38E3122CCF23}" dt="2026-05-14T04:40:05.183" v="6" actId="20577"/>
          <ac:spMkLst>
            <pc:docMk/>
            <pc:sldMk cId="2366912543" sldId="543"/>
            <ac:spMk id="3" creationId="{00000000-0000-0000-0000-000000000000}"/>
          </ac:spMkLst>
        </pc:spChg>
      </pc:sldChg>
      <pc:sldChg chg="addSp delSp modSp add del">
        <pc:chgData name="林　流生" userId="S::cnt14111@ict.nitech.ac.jp::0c6a31bc-9d3e-414b-aed5-d6a7769e6317" providerId="AD" clId="Web-{E9D5F570-ED5D-933E-A87E-38E3122CCF23}" dt="2026-05-14T04:40:41.574" v="12"/>
        <pc:sldMkLst>
          <pc:docMk/>
          <pc:sldMk cId="128736202" sldId="579"/>
        </pc:sldMkLst>
        <pc:spChg chg="add mod">
          <ac:chgData name="林　流生" userId="S::cnt14111@ict.nitech.ac.jp::0c6a31bc-9d3e-414b-aed5-d6a7769e6317" providerId="AD" clId="Web-{E9D5F570-ED5D-933E-A87E-38E3122CCF23}" dt="2026-05-14T04:40:41.574" v="12"/>
          <ac:spMkLst>
            <pc:docMk/>
            <pc:sldMk cId="128736202" sldId="579"/>
            <ac:spMk id="7" creationId="{B92407B8-9AD6-E2AD-B5A7-670DBDA2BA50}"/>
          </ac:spMkLst>
        </pc:spChg>
      </pc:sldChg>
      <pc:sldChg chg="add replId">
        <pc:chgData name="林　流生" userId="S::cnt14111@ict.nitech.ac.jp::0c6a31bc-9d3e-414b-aed5-d6a7769e6317" providerId="AD" clId="Web-{E9D5F570-ED5D-933E-A87E-38E3122CCF23}" dt="2026-05-14T04:46:09.002" v="31"/>
        <pc:sldMkLst>
          <pc:docMk/>
          <pc:sldMk cId="3027519951" sldId="584"/>
        </pc:sldMkLst>
      </pc:sldChg>
    </pc:docChg>
  </pc:docChgLst>
  <pc:docChgLst>
    <pc:chgData name="緒方　裕紀" userId="S::cnt14028@ict.nitech.ac.jp::ad01d05e-cbde-4a84-8b89-4ce11b6b50dd" providerId="AD" clId="Web-{638EBF5C-3D1F-1AE9-3E92-4F6030D1294D}"/>
    <pc:docChg chg="addSld delSld modSection">
      <pc:chgData name="緒方　裕紀" userId="S::cnt14028@ict.nitech.ac.jp::ad01d05e-cbde-4a84-8b89-4ce11b6b50dd" providerId="AD" clId="Web-{638EBF5C-3D1F-1AE9-3E92-4F6030D1294D}" dt="2026-06-09T04:37:00.144" v="1"/>
      <pc:docMkLst>
        <pc:docMk/>
      </pc:docMkLst>
      <pc:sldChg chg="new del">
        <pc:chgData name="緒方　裕紀" userId="S::cnt14028@ict.nitech.ac.jp::ad01d05e-cbde-4a84-8b89-4ce11b6b50dd" providerId="AD" clId="Web-{638EBF5C-3D1F-1AE9-3E92-4F6030D1294D}" dt="2026-06-09T04:37:00.144" v="1"/>
        <pc:sldMkLst>
          <pc:docMk/>
          <pc:sldMk cId="1987195116" sldId="618"/>
        </pc:sldMkLst>
      </pc:sldChg>
    </pc:docChg>
  </pc:docChgLst>
  <pc:docChgLst>
    <pc:chgData name="杉野　翼" userId="13373ca5-76d6-4f60-a8c9-48fac9574dc6" providerId="ADAL" clId="{D14DC355-7FE1-51B6-8F7E-CB1FA8C08966}"/>
    <pc:docChg chg="custSel modSld">
      <pc:chgData name="杉野　翼" userId="13373ca5-76d6-4f60-a8c9-48fac9574dc6" providerId="ADAL" clId="{D14DC355-7FE1-51B6-8F7E-CB1FA8C08966}" dt="2026-06-05T07:59:37.573" v="21" actId="478"/>
      <pc:docMkLst>
        <pc:docMk/>
      </pc:docMkLst>
      <pc:sldChg chg="addSp delSp modSp mod">
        <pc:chgData name="杉野　翼" userId="13373ca5-76d6-4f60-a8c9-48fac9574dc6" providerId="ADAL" clId="{D14DC355-7FE1-51B6-8F7E-CB1FA8C08966}" dt="2026-06-05T07:59:32.866" v="20" actId="478"/>
        <pc:sldMkLst>
          <pc:docMk/>
          <pc:sldMk cId="3155830050" sldId="591"/>
        </pc:sldMkLst>
      </pc:sldChg>
      <pc:sldChg chg="addSp delSp modSp mod">
        <pc:chgData name="杉野　翼" userId="13373ca5-76d6-4f60-a8c9-48fac9574dc6" providerId="ADAL" clId="{D14DC355-7FE1-51B6-8F7E-CB1FA8C08966}" dt="2026-06-05T07:59:37.573" v="21" actId="478"/>
        <pc:sldMkLst>
          <pc:docMk/>
          <pc:sldMk cId="1472683462" sldId="604"/>
        </pc:sldMkLst>
      </pc:sldChg>
    </pc:docChg>
  </pc:docChgLst>
  <pc:docChgLst>
    <pc:chgData name="林　流生" userId="S::cnt14111@ict.nitech.ac.jp::0c6a31bc-9d3e-414b-aed5-d6a7769e6317" providerId="AD" clId="Web-{B2779297-AE29-CA68-61AF-F7C5A0CF3324}"/>
    <pc:docChg chg="addSld delSld modSld">
      <pc:chgData name="林　流生" userId="S::cnt14111@ict.nitech.ac.jp::0c6a31bc-9d3e-414b-aed5-d6a7769e6317" providerId="AD" clId="Web-{B2779297-AE29-CA68-61AF-F7C5A0CF3324}" dt="2026-05-14T04:53:44.393" v="37" actId="20577"/>
      <pc:docMkLst>
        <pc:docMk/>
      </pc:docMkLst>
      <pc:sldChg chg="modSp">
        <pc:chgData name="林　流生" userId="S::cnt14111@ict.nitech.ac.jp::0c6a31bc-9d3e-414b-aed5-d6a7769e6317" providerId="AD" clId="Web-{B2779297-AE29-CA68-61AF-F7C5A0CF3324}" dt="2026-05-14T04:50:41.684" v="28" actId="20577"/>
        <pc:sldMkLst>
          <pc:docMk/>
          <pc:sldMk cId="2484929796" sldId="574"/>
        </pc:sldMkLst>
        <pc:spChg chg="mod">
          <ac:chgData name="林　流生" userId="S::cnt14111@ict.nitech.ac.jp::0c6a31bc-9d3e-414b-aed5-d6a7769e6317" providerId="AD" clId="Web-{B2779297-AE29-CA68-61AF-F7C5A0CF3324}" dt="2026-05-14T04:50:41.684" v="28" actId="20577"/>
          <ac:spMkLst>
            <pc:docMk/>
            <pc:sldMk cId="2484929796" sldId="574"/>
            <ac:spMk id="3" creationId="{32485D90-7B89-9AAC-5B48-DD767B74F122}"/>
          </ac:spMkLst>
        </pc:spChg>
      </pc:sldChg>
      <pc:sldChg chg="mod modShow">
        <pc:chgData name="林　流生" userId="S::cnt14111@ict.nitech.ac.jp::0c6a31bc-9d3e-414b-aed5-d6a7769e6317" providerId="AD" clId="Web-{B2779297-AE29-CA68-61AF-F7C5A0CF3324}" dt="2026-05-14T04:53:22.080" v="33"/>
        <pc:sldMkLst>
          <pc:docMk/>
          <pc:sldMk cId="128736202" sldId="579"/>
        </pc:sldMkLst>
      </pc:sldChg>
      <pc:sldChg chg="modSp">
        <pc:chgData name="林　流生" userId="S::cnt14111@ict.nitech.ac.jp::0c6a31bc-9d3e-414b-aed5-d6a7769e6317" providerId="AD" clId="Web-{B2779297-AE29-CA68-61AF-F7C5A0CF3324}" dt="2026-05-14T04:48:53.350" v="11" actId="20577"/>
        <pc:sldMkLst>
          <pc:docMk/>
          <pc:sldMk cId="3027519951" sldId="584"/>
        </pc:sldMkLst>
        <pc:spChg chg="mod">
          <ac:chgData name="林　流生" userId="S::cnt14111@ict.nitech.ac.jp::0c6a31bc-9d3e-414b-aed5-d6a7769e6317" providerId="AD" clId="Web-{B2779297-AE29-CA68-61AF-F7C5A0CF3324}" dt="2026-05-14T04:48:53.350" v="11" actId="20577"/>
          <ac:spMkLst>
            <pc:docMk/>
            <pc:sldMk cId="3027519951" sldId="584"/>
            <ac:spMk id="3" creationId="{5E4114F9-6016-37E1-5AD1-82B1F2E0A753}"/>
          </ac:spMkLst>
        </pc:spChg>
      </pc:sldChg>
      <pc:sldChg chg="modSp add replId">
        <pc:chgData name="林　流生" userId="S::cnt14111@ict.nitech.ac.jp::0c6a31bc-9d3e-414b-aed5-d6a7769e6317" providerId="AD" clId="Web-{B2779297-AE29-CA68-61AF-F7C5A0CF3324}" dt="2026-05-14T04:50:01.354" v="25" actId="20577"/>
        <pc:sldMkLst>
          <pc:docMk/>
          <pc:sldMk cId="448091945" sldId="585"/>
        </pc:sldMkLst>
        <pc:spChg chg="mod">
          <ac:chgData name="林　流生" userId="S::cnt14111@ict.nitech.ac.jp::0c6a31bc-9d3e-414b-aed5-d6a7769e6317" providerId="AD" clId="Web-{B2779297-AE29-CA68-61AF-F7C5A0CF3324}" dt="2026-05-14T04:49:25.962" v="15" actId="20577"/>
          <ac:spMkLst>
            <pc:docMk/>
            <pc:sldMk cId="448091945" sldId="585"/>
            <ac:spMk id="2" creationId="{3A367100-B549-EA4B-600A-8279988E2C8E}"/>
          </ac:spMkLst>
        </pc:spChg>
        <pc:spChg chg="mod">
          <ac:chgData name="林　流生" userId="S::cnt14111@ict.nitech.ac.jp::0c6a31bc-9d3e-414b-aed5-d6a7769e6317" providerId="AD" clId="Web-{B2779297-AE29-CA68-61AF-F7C5A0CF3324}" dt="2026-05-14T04:50:01.354" v="25" actId="20577"/>
          <ac:spMkLst>
            <pc:docMk/>
            <pc:sldMk cId="448091945" sldId="585"/>
            <ac:spMk id="3" creationId="{BE9CE12A-E6C7-7C9E-0A2D-4A9A0B9EDCE9}"/>
          </ac:spMkLst>
        </pc:spChg>
      </pc:sldChg>
    </pc:docChg>
  </pc:docChgLst>
  <pc:docChgLst>
    <pc:chgData name="杉野　翼" userId="S::cnj14077@ict.nitech.ac.jp::13373ca5-76d6-4f60-a8c9-48fac9574dc6" providerId="AD" clId="Web-{06D2AED7-4EBA-B505-B533-AFBA76468EAF}"/>
    <pc:docChg chg="addSld delSld modSld sldOrd delSection">
      <pc:chgData name="杉野　翼" userId="S::cnj14077@ict.nitech.ac.jp::13373ca5-76d6-4f60-a8c9-48fac9574dc6" providerId="AD" clId="Web-{06D2AED7-4EBA-B505-B533-AFBA76468EAF}" dt="2026-05-18T10:30:22.515" v="9"/>
      <pc:docMkLst>
        <pc:docMk/>
      </pc:docMkLst>
      <pc:sldChg chg="ord">
        <pc:chgData name="杉野　翼" userId="S::cnj14077@ict.nitech.ac.jp::13373ca5-76d6-4f60-a8c9-48fac9574dc6" providerId="AD" clId="Web-{06D2AED7-4EBA-B505-B533-AFBA76468EAF}" dt="2026-05-18T10:30:22.515" v="9"/>
        <pc:sldMkLst>
          <pc:docMk/>
          <pc:sldMk cId="2484929796" sldId="574"/>
        </pc:sldMkLst>
      </pc:sldChg>
    </pc:docChg>
  </pc:docChgLst>
  <pc:docChgLst>
    <pc:chgData name="石川　温人" userId="S::cnt14625@ict.nitech.ac.jp::bdc99e51-992f-46d2-9c30-d953230b2430" providerId="AD" clId="Web-{77F3D30B-0B20-5842-BCDD-FFE06DFD2B6B}"/>
    <pc:docChg chg="addSld delSld modSld">
      <pc:chgData name="石川　温人" userId="S::cnt14625@ict.nitech.ac.jp::bdc99e51-992f-46d2-9c30-d953230b2430" providerId="AD" clId="Web-{77F3D30B-0B20-5842-BCDD-FFE06DFD2B6B}" dt="2026-05-12T04:18:35.856" v="78" actId="20577"/>
      <pc:docMkLst>
        <pc:docMk/>
      </pc:docMkLst>
      <pc:sldChg chg="modSp">
        <pc:chgData name="石川　温人" userId="S::cnt14625@ict.nitech.ac.jp::bdc99e51-992f-46d2-9c30-d953230b2430" providerId="AD" clId="Web-{77F3D30B-0B20-5842-BCDD-FFE06DFD2B6B}" dt="2026-05-12T04:18:35.856" v="78" actId="20577"/>
        <pc:sldMkLst>
          <pc:docMk/>
          <pc:sldMk cId="2366912543" sldId="543"/>
        </pc:sldMkLst>
        <pc:spChg chg="mod">
          <ac:chgData name="石川　温人" userId="S::cnt14625@ict.nitech.ac.jp::bdc99e51-992f-46d2-9c30-d953230b2430" providerId="AD" clId="Web-{77F3D30B-0B20-5842-BCDD-FFE06DFD2B6B}" dt="2026-05-12T04:16:39.976" v="76" actId="20577"/>
          <ac:spMkLst>
            <pc:docMk/>
            <pc:sldMk cId="2366912543" sldId="543"/>
            <ac:spMk id="2" creationId="{00000000-0000-0000-0000-000000000000}"/>
          </ac:spMkLst>
        </pc:spChg>
        <pc:spChg chg="mod">
          <ac:chgData name="石川　温人" userId="S::cnt14625@ict.nitech.ac.jp::bdc99e51-992f-46d2-9c30-d953230b2430" providerId="AD" clId="Web-{77F3D30B-0B20-5842-BCDD-FFE06DFD2B6B}" dt="2026-05-12T04:18:35.856" v="78" actId="20577"/>
          <ac:spMkLst>
            <pc:docMk/>
            <pc:sldMk cId="2366912543" sldId="543"/>
            <ac:spMk id="3" creationId="{00000000-0000-0000-0000-000000000000}"/>
          </ac:spMkLst>
        </pc:spChg>
      </pc:sldChg>
      <pc:sldChg chg="modSp new">
        <pc:chgData name="石川　温人" userId="S::cnt14625@ict.nitech.ac.jp::bdc99e51-992f-46d2-9c30-d953230b2430" providerId="AD" clId="Web-{77F3D30B-0B20-5842-BCDD-FFE06DFD2B6B}" dt="2026-05-12T04:09:53.694" v="37" actId="20577"/>
        <pc:sldMkLst>
          <pc:docMk/>
          <pc:sldMk cId="2484929796" sldId="574"/>
        </pc:sldMkLst>
        <pc:spChg chg="mod">
          <ac:chgData name="石川　温人" userId="S::cnt14625@ict.nitech.ac.jp::bdc99e51-992f-46d2-9c30-d953230b2430" providerId="AD" clId="Web-{77F3D30B-0B20-5842-BCDD-FFE06DFD2B6B}" dt="2026-05-12T04:09:53.694" v="37" actId="20577"/>
          <ac:spMkLst>
            <pc:docMk/>
            <pc:sldMk cId="2484929796" sldId="574"/>
            <ac:spMk id="2" creationId="{CCDF618D-857E-0F77-795F-6C02DFE18205}"/>
          </ac:spMkLst>
        </pc:spChg>
      </pc:sldChg>
      <pc:sldChg chg="add">
        <pc:chgData name="石川　温人" userId="S::cnt14625@ict.nitech.ac.jp::bdc99e51-992f-46d2-9c30-d953230b2430" providerId="AD" clId="Web-{77F3D30B-0B20-5842-BCDD-FFE06DFD2B6B}" dt="2026-05-12T04:12:30.684" v="45"/>
        <pc:sldMkLst>
          <pc:docMk/>
          <pc:sldMk cId="128736202" sldId="579"/>
        </pc:sldMkLst>
      </pc:sldChg>
      <pc:sldChg chg="modSp new">
        <pc:chgData name="石川　温人" userId="S::cnt14625@ict.nitech.ac.jp::bdc99e51-992f-46d2-9c30-d953230b2430" providerId="AD" clId="Web-{77F3D30B-0B20-5842-BCDD-FFE06DFD2B6B}" dt="2026-05-12T04:13:27.123" v="51" actId="20577"/>
        <pc:sldMkLst>
          <pc:docMk/>
          <pc:sldMk cId="1499386839" sldId="582"/>
        </pc:sldMkLst>
        <pc:spChg chg="mod">
          <ac:chgData name="石川　温人" userId="S::cnt14625@ict.nitech.ac.jp::bdc99e51-992f-46d2-9c30-d953230b2430" providerId="AD" clId="Web-{77F3D30B-0B20-5842-BCDD-FFE06DFD2B6B}" dt="2026-05-12T04:13:27.123" v="51" actId="20577"/>
          <ac:spMkLst>
            <pc:docMk/>
            <pc:sldMk cId="1499386839" sldId="582"/>
            <ac:spMk id="2" creationId="{FC8B85A1-F0BF-992D-6EAC-8463CC5874FE}"/>
          </ac:spMkLst>
        </pc:spChg>
      </pc:sldChg>
    </pc:docChg>
  </pc:docChgLst>
  <pc:docChgLst>
    <pc:chgData name="佐伯　晃" userId="c3ca8a64-4a8b-43ff-a3ad-31bbc0b7213c" providerId="ADAL" clId="{92A30983-F12D-4553-96D8-B3BA13A774F2}"/>
    <pc:docChg chg="modSld addSection modSection">
      <pc:chgData name="佐伯　晃" userId="c3ca8a64-4a8b-43ff-a3ad-31bbc0b7213c" providerId="ADAL" clId="{92A30983-F12D-4553-96D8-B3BA13A774F2}" dt="2026-05-19T01:37:55.998" v="7" actId="17846"/>
      <pc:docMkLst>
        <pc:docMk/>
      </pc:docMkLst>
      <pc:sldChg chg="modSp mod">
        <pc:chgData name="佐伯　晃" userId="c3ca8a64-4a8b-43ff-a3ad-31bbc0b7213c" providerId="ADAL" clId="{92A30983-F12D-4553-96D8-B3BA13A774F2}" dt="2026-05-18T10:01:16.542" v="3" actId="20577"/>
        <pc:sldMkLst>
          <pc:docMk/>
          <pc:sldMk cId="3155830050" sldId="591"/>
        </pc:sldMkLst>
        <pc:spChg chg="mod">
          <ac:chgData name="佐伯　晃" userId="c3ca8a64-4a8b-43ff-a3ad-31bbc0b7213c" providerId="ADAL" clId="{92A30983-F12D-4553-96D8-B3BA13A774F2}" dt="2026-05-18T10:01:16.542" v="3" actId="20577"/>
          <ac:spMkLst>
            <pc:docMk/>
            <pc:sldMk cId="3155830050" sldId="591"/>
            <ac:spMk id="3" creationId="{D9760A56-690A-B094-76E3-4D7D888E4050}"/>
          </ac:spMkLst>
        </pc:spChg>
      </pc:sldChg>
    </pc:docChg>
  </pc:docChgLst>
  <pc:docChgLst>
    <pc:chgData name="林　流生" userId="0c6a31bc-9d3e-414b-aed5-d6a7769e6317" providerId="ADAL" clId="{F9B70725-15A2-4668-9C8B-F6DF400AFFF6}"/>
    <pc:docChg chg="undo custSel addSld delSld modSld sldOrd modSection">
      <pc:chgData name="林　流生" userId="0c6a31bc-9d3e-414b-aed5-d6a7769e6317" providerId="ADAL" clId="{F9B70725-15A2-4668-9C8B-F6DF400AFFF6}" dt="2026-06-09T03:27:57.326" v="10596" actId="680"/>
      <pc:docMkLst>
        <pc:docMk/>
      </pc:docMkLst>
      <pc:sldChg chg="modSp mod">
        <pc:chgData name="林　流生" userId="0c6a31bc-9d3e-414b-aed5-d6a7769e6317" providerId="ADAL" clId="{F9B70725-15A2-4668-9C8B-F6DF400AFFF6}" dt="2026-06-09T02:25:40.763" v="10526" actId="1076"/>
        <pc:sldMkLst>
          <pc:docMk/>
          <pc:sldMk cId="2366912543" sldId="543"/>
        </pc:sldMkLst>
        <pc:spChg chg="mod">
          <ac:chgData name="林　流生" userId="0c6a31bc-9d3e-414b-aed5-d6a7769e6317" providerId="ADAL" clId="{F9B70725-15A2-4668-9C8B-F6DF400AFFF6}" dt="2026-06-09T02:25:40.763" v="10526" actId="1076"/>
          <ac:spMkLst>
            <pc:docMk/>
            <pc:sldMk cId="2366912543" sldId="543"/>
            <ac:spMk id="2" creationId="{00000000-0000-0000-0000-000000000000}"/>
          </ac:spMkLst>
        </pc:spChg>
      </pc:sldChg>
      <pc:sldChg chg="del">
        <pc:chgData name="林　流生" userId="0c6a31bc-9d3e-414b-aed5-d6a7769e6317" providerId="ADAL" clId="{F9B70725-15A2-4668-9C8B-F6DF400AFFF6}" dt="2026-06-08T11:54:43.006" v="8748" actId="47"/>
        <pc:sldMkLst>
          <pc:docMk/>
          <pc:sldMk cId="1007948151" sldId="558"/>
        </pc:sldMkLst>
      </pc:sldChg>
      <pc:sldChg chg="addSp delSp modSp mod modCm modNotesTx">
        <pc:chgData name="林　流生" userId="0c6a31bc-9d3e-414b-aed5-d6a7769e6317" providerId="ADAL" clId="{F9B70725-15A2-4668-9C8B-F6DF400AFFF6}" dt="2026-06-08T17:45:44.151" v="10175" actId="20577"/>
        <pc:sldMkLst>
          <pc:docMk/>
          <pc:sldMk cId="2484929796" sldId="574"/>
        </pc:sldMkLst>
        <pc:spChg chg="mod">
          <ac:chgData name="林　流生" userId="0c6a31bc-9d3e-414b-aed5-d6a7769e6317" providerId="ADAL" clId="{F9B70725-15A2-4668-9C8B-F6DF400AFFF6}" dt="2026-06-05T10:09:15.469" v="5206"/>
          <ac:spMkLst>
            <pc:docMk/>
            <pc:sldMk cId="2484929796" sldId="574"/>
            <ac:spMk id="2" creationId="{CCDF618D-857E-0F77-795F-6C02DFE18205}"/>
          </ac:spMkLst>
        </pc:spChg>
        <pc:spChg chg="mod">
          <ac:chgData name="林　流生" userId="0c6a31bc-9d3e-414b-aed5-d6a7769e6317" providerId="ADAL" clId="{F9B70725-15A2-4668-9C8B-F6DF400AFFF6}" dt="2026-06-05T11:27:18.610" v="6148" actId="20577"/>
          <ac:spMkLst>
            <pc:docMk/>
            <pc:sldMk cId="2484929796" sldId="574"/>
            <ac:spMk id="3" creationId="{32485D90-7B89-9AAC-5B48-DD767B74F122}"/>
          </ac:spMkLst>
        </pc:spChg>
        <pc:spChg chg="mod">
          <ac:chgData name="林　流生" userId="0c6a31bc-9d3e-414b-aed5-d6a7769e6317" providerId="ADAL" clId="{F9B70725-15A2-4668-9C8B-F6DF400AFFF6}" dt="2026-06-05T10:48:17.792" v="5528" actId="404"/>
          <ac:spMkLst>
            <pc:docMk/>
            <pc:sldMk cId="2484929796" sldId="574"/>
            <ac:spMk id="5" creationId="{DC509BEB-746A-BE9B-0BC0-54A42EE2B9AB}"/>
          </ac:spMkLst>
        </pc:spChg>
        <pc:spChg chg="mod">
          <ac:chgData name="林　流生" userId="0c6a31bc-9d3e-414b-aed5-d6a7769e6317" providerId="ADAL" clId="{F9B70725-15A2-4668-9C8B-F6DF400AFFF6}" dt="2026-06-05T10:48:17.792" v="5528" actId="404"/>
          <ac:spMkLst>
            <pc:docMk/>
            <pc:sldMk cId="2484929796" sldId="574"/>
            <ac:spMk id="6" creationId="{5C324344-F7C2-BDB4-3B58-F069B09FAD47}"/>
          </ac:spMkLst>
        </pc:spChg>
        <pc:spChg chg="mod">
          <ac:chgData name="林　流生" userId="0c6a31bc-9d3e-414b-aed5-d6a7769e6317" providerId="ADAL" clId="{F9B70725-15A2-4668-9C8B-F6DF400AFFF6}" dt="2026-06-05T10:48:17.792" v="5528" actId="404"/>
          <ac:spMkLst>
            <pc:docMk/>
            <pc:sldMk cId="2484929796" sldId="574"/>
            <ac:spMk id="8" creationId="{36B5F71D-A32C-7C84-68DC-E8FE67C9582D}"/>
          </ac:spMkLst>
        </pc:spChg>
        <pc:spChg chg="mod">
          <ac:chgData name="林　流生" userId="0c6a31bc-9d3e-414b-aed5-d6a7769e6317" providerId="ADAL" clId="{F9B70725-15A2-4668-9C8B-F6DF400AFFF6}" dt="2026-06-05T10:47:15.908" v="5503" actId="403"/>
          <ac:spMkLst>
            <pc:docMk/>
            <pc:sldMk cId="2484929796" sldId="574"/>
            <ac:spMk id="12" creationId="{2BF90DB9-9D2F-C287-3CAC-5C910ADA9BBB}"/>
          </ac:spMkLst>
        </pc:spChg>
        <pc:spChg chg="mod">
          <ac:chgData name="林　流生" userId="0c6a31bc-9d3e-414b-aed5-d6a7769e6317" providerId="ADAL" clId="{F9B70725-15A2-4668-9C8B-F6DF400AFFF6}" dt="2026-06-05T10:47:36.615" v="5504" actId="255"/>
          <ac:spMkLst>
            <pc:docMk/>
            <pc:sldMk cId="2484929796" sldId="574"/>
            <ac:spMk id="13" creationId="{D886CC64-C80F-0901-83A6-1D2383112B68}"/>
          </ac:spMkLst>
        </pc:spChg>
        <pc:spChg chg="mod">
          <ac:chgData name="林　流生" userId="0c6a31bc-9d3e-414b-aed5-d6a7769e6317" providerId="ADAL" clId="{F9B70725-15A2-4668-9C8B-F6DF400AFFF6}" dt="2026-06-05T10:47:50.991" v="5516" actId="404"/>
          <ac:spMkLst>
            <pc:docMk/>
            <pc:sldMk cId="2484929796" sldId="574"/>
            <ac:spMk id="14" creationId="{1EF62104-FD31-75FA-E93F-E33E41954A1C}"/>
          </ac:spMkLst>
        </pc:spChg>
        <pc:spChg chg="mod">
          <ac:chgData name="林　流生" userId="0c6a31bc-9d3e-414b-aed5-d6a7769e6317" providerId="ADAL" clId="{F9B70725-15A2-4668-9C8B-F6DF400AFFF6}" dt="2026-06-05T10:47:57.462" v="5520" actId="404"/>
          <ac:spMkLst>
            <pc:docMk/>
            <pc:sldMk cId="2484929796" sldId="574"/>
            <ac:spMk id="15" creationId="{C0F9DEC0-A564-A64A-EB15-198822C4CB28}"/>
          </ac:spMkLst>
        </pc:spChg>
        <pc:spChg chg="mod">
          <ac:chgData name="林　流生" userId="0c6a31bc-9d3e-414b-aed5-d6a7769e6317" providerId="ADAL" clId="{F9B70725-15A2-4668-9C8B-F6DF400AFFF6}" dt="2026-06-05T10:48:10.863" v="5524" actId="404"/>
          <ac:spMkLst>
            <pc:docMk/>
            <pc:sldMk cId="2484929796" sldId="574"/>
            <ac:spMk id="32" creationId="{DC7E1558-9EE3-F3FE-1368-94E6A311810E}"/>
          </ac:spMkLst>
        </pc:spChg>
        <pc:spChg chg="mod">
          <ac:chgData name="林　流生" userId="0c6a31bc-9d3e-414b-aed5-d6a7769e6317" providerId="ADAL" clId="{F9B70725-15A2-4668-9C8B-F6DF400AFFF6}" dt="2026-06-05T10:49:02.491" v="5531" actId="20577"/>
          <ac:spMkLst>
            <pc:docMk/>
            <pc:sldMk cId="2484929796" sldId="574"/>
            <ac:spMk id="34" creationId="{1EC7D417-9EEB-D6C8-3B60-AFA3F1E6151B}"/>
          </ac:spMkLst>
        </pc:spChg>
        <pc:spChg chg="mod">
          <ac:chgData name="林　流生" userId="0c6a31bc-9d3e-414b-aed5-d6a7769e6317" providerId="ADAL" clId="{F9B70725-15A2-4668-9C8B-F6DF400AFFF6}" dt="2026-06-05T10:44:22.722" v="5492"/>
          <ac:spMkLst>
            <pc:docMk/>
            <pc:sldMk cId="2484929796" sldId="574"/>
            <ac:spMk id="38" creationId="{65AB2AED-B764-9E90-A888-8657EF080095}"/>
          </ac:spMkLst>
        </pc:spChg>
        <pc:spChg chg="mod">
          <ac:chgData name="林　流生" userId="0c6a31bc-9d3e-414b-aed5-d6a7769e6317" providerId="ADAL" clId="{F9B70725-15A2-4668-9C8B-F6DF400AFFF6}" dt="2026-06-05T10:44:22.722" v="5492"/>
          <ac:spMkLst>
            <pc:docMk/>
            <pc:sldMk cId="2484929796" sldId="574"/>
            <ac:spMk id="40" creationId="{27C38A92-9599-8FBF-5BF1-CE33122E0E88}"/>
          </ac:spMkLst>
        </pc:spChg>
        <pc:grpChg chg="mod">
          <ac:chgData name="林　流生" userId="0c6a31bc-9d3e-414b-aed5-d6a7769e6317" providerId="ADAL" clId="{F9B70725-15A2-4668-9C8B-F6DF400AFFF6}" dt="2026-06-05T10:44:28.408" v="5493" actId="1076"/>
          <ac:grpSpMkLst>
            <pc:docMk/>
            <pc:sldMk cId="2484929796" sldId="574"/>
            <ac:grpSpMk id="4" creationId="{75714065-A5CA-6B44-D385-E6B4C4669470}"/>
          </ac:grpSpMkLst>
        </pc:grpChg>
        <pc:picChg chg="mod">
          <ac:chgData name="林　流生" userId="0c6a31bc-9d3e-414b-aed5-d6a7769e6317" providerId="ADAL" clId="{F9B70725-15A2-4668-9C8B-F6DF400AFFF6}" dt="2026-06-05T10:47:01.377" v="5495" actId="1076"/>
          <ac:picMkLst>
            <pc:docMk/>
            <pc:sldMk cId="2484929796" sldId="574"/>
            <ac:picMk id="11" creationId="{BE8F0122-273B-5F4A-55CD-73C42D1E65A7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林　流生" userId="0c6a31bc-9d3e-414b-aed5-d6a7769e6317" providerId="ADAL" clId="{F9B70725-15A2-4668-9C8B-F6DF400AFFF6}" dt="2026-06-05T11:27:18.447" v="6147" actId="20577"/>
              <pc2:cmMkLst xmlns:pc2="http://schemas.microsoft.com/office/powerpoint/2019/9/main/command">
                <pc:docMk/>
                <pc:sldMk cId="2484929796" sldId="574"/>
                <pc2:cmMk id="{4710181B-EA6E-854F-911D-99CF2EADE7C3}"/>
              </pc2:cmMkLst>
            </pc226:cmChg>
            <pc226:cmChg xmlns:pc226="http://schemas.microsoft.com/office/powerpoint/2022/06/main/command" chg="mod">
              <pc226:chgData name="林　流生" userId="0c6a31bc-9d3e-414b-aed5-d6a7769e6317" providerId="ADAL" clId="{F9B70725-15A2-4668-9C8B-F6DF400AFFF6}" dt="2026-06-05T10:15:54.909" v="5328" actId="20577"/>
              <pc2:cmMkLst xmlns:pc2="http://schemas.microsoft.com/office/powerpoint/2019/9/main/command">
                <pc:docMk/>
                <pc:sldMk cId="2484929796" sldId="574"/>
                <pc2:cmMk id="{72FBC334-1AAD-4B47-B664-797BFC632F67}"/>
              </pc2:cmMkLst>
            </pc226:cmChg>
            <pc226:cmChg xmlns:pc226="http://schemas.microsoft.com/office/powerpoint/2022/06/main/command" chg="mod">
              <pc226:chgData name="林　流生" userId="0c6a31bc-9d3e-414b-aed5-d6a7769e6317" providerId="ADAL" clId="{F9B70725-15A2-4668-9C8B-F6DF400AFFF6}" dt="2026-06-05T11:27:18.610" v="6148" actId="20577"/>
              <pc2:cmMkLst xmlns:pc2="http://schemas.microsoft.com/office/powerpoint/2019/9/main/command">
                <pc:docMk/>
                <pc:sldMk cId="2484929796" sldId="574"/>
                <pc2:cmMk id="{BB3703CE-7632-471B-A2BD-E5CC42B84B9D}"/>
              </pc2:cmMkLst>
            </pc226:cmChg>
          </p:ext>
        </pc:extLst>
      </pc:sldChg>
      <pc:sldChg chg="ord">
        <pc:chgData name="林　流生" userId="0c6a31bc-9d3e-414b-aed5-d6a7769e6317" providerId="ADAL" clId="{F9B70725-15A2-4668-9C8B-F6DF400AFFF6}" dt="2026-06-04T07:47:28.435" v="2839"/>
        <pc:sldMkLst>
          <pc:docMk/>
          <pc:sldMk cId="128736202" sldId="579"/>
        </pc:sldMkLst>
      </pc:sldChg>
      <pc:sldChg chg="addSp modSp del mod">
        <pc:chgData name="林　流生" userId="0c6a31bc-9d3e-414b-aed5-d6a7769e6317" providerId="ADAL" clId="{F9B70725-15A2-4668-9C8B-F6DF400AFFF6}" dt="2026-06-08T11:53:30.380" v="8738" actId="47"/>
        <pc:sldMkLst>
          <pc:docMk/>
          <pc:sldMk cId="973786017" sldId="580"/>
        </pc:sldMkLst>
        <pc:spChg chg="add mod">
          <ac:chgData name="林　流生" userId="0c6a31bc-9d3e-414b-aed5-d6a7769e6317" providerId="ADAL" clId="{F9B70725-15A2-4668-9C8B-F6DF400AFFF6}" dt="2026-06-08T08:25:43.745" v="8556" actId="15"/>
          <ac:spMkLst>
            <pc:docMk/>
            <pc:sldMk cId="973786017" sldId="580"/>
            <ac:spMk id="4" creationId="{583A68A4-895F-1C52-6A4E-8856CB99D82B}"/>
          </ac:spMkLst>
        </pc:spChg>
      </pc:sldChg>
      <pc:sldChg chg="addSp delSp modSp del mod">
        <pc:chgData name="林　流生" userId="0c6a31bc-9d3e-414b-aed5-d6a7769e6317" providerId="ADAL" clId="{F9B70725-15A2-4668-9C8B-F6DF400AFFF6}" dt="2026-06-08T11:54:25.625" v="8744" actId="47"/>
        <pc:sldMkLst>
          <pc:docMk/>
          <pc:sldMk cId="4037031065" sldId="581"/>
        </pc:sldMkLst>
        <pc:graphicFrameChg chg="add del mod modGraphic">
          <ac:chgData name="林　流生" userId="0c6a31bc-9d3e-414b-aed5-d6a7769e6317" providerId="ADAL" clId="{F9B70725-15A2-4668-9C8B-F6DF400AFFF6}" dt="2026-06-08T08:22:51.160" v="8526" actId="21"/>
          <ac:graphicFrameMkLst>
            <pc:docMk/>
            <pc:sldMk cId="4037031065" sldId="581"/>
            <ac:graphicFrameMk id="3" creationId="{C98A50CC-162F-6096-BFD7-2DBDCF2D567B}"/>
          </ac:graphicFrameMkLst>
        </pc:graphicFrameChg>
        <pc:graphicFrameChg chg="mod">
          <ac:chgData name="林　流生" userId="0c6a31bc-9d3e-414b-aed5-d6a7769e6317" providerId="ADAL" clId="{F9B70725-15A2-4668-9C8B-F6DF400AFFF6}" dt="2026-06-08T08:24:44.318" v="8537" actId="1076"/>
          <ac:graphicFrameMkLst>
            <pc:docMk/>
            <pc:sldMk cId="4037031065" sldId="581"/>
            <ac:graphicFrameMk id="4" creationId="{40128F17-3E12-D681-DA6A-6F39F0DE3ECD}"/>
          </ac:graphicFrameMkLst>
        </pc:graphicFrameChg>
      </pc:sldChg>
      <pc:sldChg chg="addSp modSp mod">
        <pc:chgData name="林　流生" userId="0c6a31bc-9d3e-414b-aed5-d6a7769e6317" providerId="ADAL" clId="{F9B70725-15A2-4668-9C8B-F6DF400AFFF6}" dt="2026-06-08T17:19:55.651" v="10122" actId="20577"/>
        <pc:sldMkLst>
          <pc:docMk/>
          <pc:sldMk cId="1499386839" sldId="582"/>
        </pc:sldMkLst>
        <pc:spChg chg="mod">
          <ac:chgData name="林　流生" userId="0c6a31bc-9d3e-414b-aed5-d6a7769e6317" providerId="ADAL" clId="{F9B70725-15A2-4668-9C8B-F6DF400AFFF6}" dt="2026-06-08T17:11:09.167" v="9829" actId="14100"/>
          <ac:spMkLst>
            <pc:docMk/>
            <pc:sldMk cId="1499386839" sldId="582"/>
            <ac:spMk id="3" creationId="{65C4DE2D-02A7-D6DE-75C4-5D0A11B73693}"/>
          </ac:spMkLst>
        </pc:spChg>
        <pc:spChg chg="add mod">
          <ac:chgData name="林　流生" userId="0c6a31bc-9d3e-414b-aed5-d6a7769e6317" providerId="ADAL" clId="{F9B70725-15A2-4668-9C8B-F6DF400AFFF6}" dt="2026-06-08T17:19:55.651" v="10122" actId="20577"/>
          <ac:spMkLst>
            <pc:docMk/>
            <pc:sldMk cId="1499386839" sldId="582"/>
            <ac:spMk id="4" creationId="{653DA11B-9D64-14BC-423D-D956C75070CC}"/>
          </ac:spMkLst>
        </pc:spChg>
      </pc:sldChg>
      <pc:sldChg chg="addSp delSp modSp mod modShow modCm modNotesTx">
        <pc:chgData name="林　流生" userId="0c6a31bc-9d3e-414b-aed5-d6a7769e6317" providerId="ADAL" clId="{F9B70725-15A2-4668-9C8B-F6DF400AFFF6}" dt="2026-06-08T18:17:45.802" v="10403" actId="20577"/>
        <pc:sldMkLst>
          <pc:docMk/>
          <pc:sldMk cId="3027519951" sldId="584"/>
        </pc:sldMkLst>
        <pc:spChg chg="mod">
          <ac:chgData name="林　流生" userId="0c6a31bc-9d3e-414b-aed5-d6a7769e6317" providerId="ADAL" clId="{F9B70725-15A2-4668-9C8B-F6DF400AFFF6}" dt="2026-06-05T08:52:59.241" v="4751" actId="20577"/>
          <ac:spMkLst>
            <pc:docMk/>
            <pc:sldMk cId="3027519951" sldId="584"/>
            <ac:spMk id="2" creationId="{80998D43-5012-9CCB-0F8C-683DCBD4DF02}"/>
          </ac:spMkLst>
        </pc:spChg>
        <pc:spChg chg="mod">
          <ac:chgData name="林　流生" userId="0c6a31bc-9d3e-414b-aed5-d6a7769e6317" providerId="ADAL" clId="{F9B70725-15A2-4668-9C8B-F6DF400AFFF6}" dt="2026-06-05T09:01:58.557" v="5161" actId="14100"/>
          <ac:spMkLst>
            <pc:docMk/>
            <pc:sldMk cId="3027519951" sldId="584"/>
            <ac:spMk id="3" creationId="{5E4114F9-6016-37E1-5AD1-82B1F2E0A753}"/>
          </ac:spMkLst>
        </pc:spChg>
        <pc:spChg chg="add mod">
          <ac:chgData name="林　流生" userId="0c6a31bc-9d3e-414b-aed5-d6a7769e6317" providerId="ADAL" clId="{F9B70725-15A2-4668-9C8B-F6DF400AFFF6}" dt="2026-06-05T09:03:04.434" v="5204" actId="14"/>
          <ac:spMkLst>
            <pc:docMk/>
            <pc:sldMk cId="3027519951" sldId="584"/>
            <ac:spMk id="5" creationId="{70F9178A-FD23-91EF-95ED-10C2CF581BD8}"/>
          </ac:spMkLst>
        </pc:spChg>
        <pc:picChg chg="add mod">
          <ac:chgData name="林　流生" userId="0c6a31bc-9d3e-414b-aed5-d6a7769e6317" providerId="ADAL" clId="{F9B70725-15A2-4668-9C8B-F6DF400AFFF6}" dt="2026-06-05T09:03:34.491" v="5205" actId="1076"/>
          <ac:picMkLst>
            <pc:docMk/>
            <pc:sldMk cId="3027519951" sldId="584"/>
            <ac:picMk id="4" creationId="{E8DB4C78-1652-2BC6-385E-1B0B7E37DE0A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林　流生" userId="0c6a31bc-9d3e-414b-aed5-d6a7769e6317" providerId="ADAL" clId="{F9B70725-15A2-4668-9C8B-F6DF400AFFF6}" dt="2026-06-05T09:02:37.861" v="5198" actId="20577"/>
              <pc2:cmMkLst xmlns:pc2="http://schemas.microsoft.com/office/powerpoint/2019/9/main/command">
                <pc:docMk/>
                <pc:sldMk cId="3027519951" sldId="584"/>
                <pc2:cmMk id="{40AB8AC0-F806-4FD6-B9CA-18A9C04B3CE5}"/>
              </pc2:cmMkLst>
            </pc226:cmChg>
            <pc226:cmChg xmlns:pc226="http://schemas.microsoft.com/office/powerpoint/2022/06/main/command" chg="mod">
              <pc226:chgData name="林　流生" userId="0c6a31bc-9d3e-414b-aed5-d6a7769e6317" providerId="ADAL" clId="{F9B70725-15A2-4668-9C8B-F6DF400AFFF6}" dt="2026-06-05T09:00:40.624" v="5157" actId="20577"/>
              <pc2:cmMkLst xmlns:pc2="http://schemas.microsoft.com/office/powerpoint/2019/9/main/command">
                <pc:docMk/>
                <pc:sldMk cId="3027519951" sldId="584"/>
                <pc2:cmMk id="{4ED9B9D6-763D-8C47-B115-E181C4718FC9}"/>
              </pc2:cmMkLst>
            </pc226:cmChg>
          </p:ext>
        </pc:extLst>
      </pc:sldChg>
      <pc:sldChg chg="addSp modSp mod ord modShow">
        <pc:chgData name="林　流生" userId="0c6a31bc-9d3e-414b-aed5-d6a7769e6317" providerId="ADAL" clId="{F9B70725-15A2-4668-9C8B-F6DF400AFFF6}" dt="2026-06-08T17:37:14.733" v="10137" actId="20577"/>
        <pc:sldMkLst>
          <pc:docMk/>
          <pc:sldMk cId="448091945" sldId="585"/>
        </pc:sldMkLst>
        <pc:spChg chg="mod">
          <ac:chgData name="林　流生" userId="0c6a31bc-9d3e-414b-aed5-d6a7769e6317" providerId="ADAL" clId="{F9B70725-15A2-4668-9C8B-F6DF400AFFF6}" dt="2026-06-08T17:37:14.733" v="10137" actId="20577"/>
          <ac:spMkLst>
            <pc:docMk/>
            <pc:sldMk cId="448091945" sldId="585"/>
            <ac:spMk id="3" creationId="{BE9CE12A-E6C7-7C9E-0A2D-4A9A0B9EDCE9}"/>
          </ac:spMkLst>
        </pc:spChg>
        <pc:spChg chg="add mod">
          <ac:chgData name="林　流生" userId="0c6a31bc-9d3e-414b-aed5-d6a7769e6317" providerId="ADAL" clId="{F9B70725-15A2-4668-9C8B-F6DF400AFFF6}" dt="2026-06-05T08:36:45.550" v="4406" actId="1076"/>
          <ac:spMkLst>
            <pc:docMk/>
            <pc:sldMk cId="448091945" sldId="585"/>
            <ac:spMk id="4" creationId="{D74BA762-BA5D-963E-7406-0F75D75133AD}"/>
          </ac:spMkLst>
        </pc:spChg>
      </pc:sldChg>
      <pc:sldChg chg="modSp add mod ord modShow modCm">
        <pc:chgData name="林　流生" userId="0c6a31bc-9d3e-414b-aed5-d6a7769e6317" providerId="ADAL" clId="{F9B70725-15A2-4668-9C8B-F6DF400AFFF6}" dt="2026-06-04T07:47:02.685" v="2833"/>
        <pc:sldMkLst>
          <pc:docMk/>
          <pc:sldMk cId="2920277727" sldId="588"/>
        </pc:sldMkLst>
        <pc:spChg chg="mod">
          <ac:chgData name="林　流生" userId="0c6a31bc-9d3e-414b-aed5-d6a7769e6317" providerId="ADAL" clId="{F9B70725-15A2-4668-9C8B-F6DF400AFFF6}" dt="2026-05-18T14:11:04.726" v="112" actId="20577"/>
          <ac:spMkLst>
            <pc:docMk/>
            <pc:sldMk cId="2920277727" sldId="588"/>
            <ac:spMk id="3" creationId="{5933421F-CB10-29F6-CE05-35B38C48EC2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林　流生" userId="0c6a31bc-9d3e-414b-aed5-d6a7769e6317" providerId="ADAL" clId="{F9B70725-15A2-4668-9C8B-F6DF400AFFF6}" dt="2026-05-18T14:11:04.550" v="111" actId="20577"/>
              <pc2:cmMkLst xmlns:pc2="http://schemas.microsoft.com/office/powerpoint/2019/9/main/command">
                <pc:docMk/>
                <pc:sldMk cId="2920277727" sldId="588"/>
                <pc2:cmMk id="{5C68315B-E58C-4421-9BC3-06BB2F9CB559}"/>
              </pc2:cmMkLst>
            </pc226:cmChg>
            <pc226:cmChg xmlns:pc226="http://schemas.microsoft.com/office/powerpoint/2022/06/main/command" chg="mod">
              <pc226:chgData name="林　流生" userId="0c6a31bc-9d3e-414b-aed5-d6a7769e6317" providerId="ADAL" clId="{F9B70725-15A2-4668-9C8B-F6DF400AFFF6}" dt="2026-05-18T14:11:04.550" v="111" actId="20577"/>
              <pc2:cmMkLst xmlns:pc2="http://schemas.microsoft.com/office/powerpoint/2019/9/main/command">
                <pc:docMk/>
                <pc:sldMk cId="2920277727" sldId="588"/>
                <pc2:cmMk id="{50EDC3E6-4986-4CD0-8EBB-81A5A0FDDA33}"/>
              </pc2:cmMkLst>
            </pc226:cmChg>
          </p:ext>
        </pc:extLst>
      </pc:sldChg>
      <pc:sldChg chg="addSp delSp modSp mod modCm modNotesTx">
        <pc:chgData name="林　流生" userId="0c6a31bc-9d3e-414b-aed5-d6a7769e6317" providerId="ADAL" clId="{F9B70725-15A2-4668-9C8B-F6DF400AFFF6}" dt="2026-06-08T18:04:43.332" v="10210" actId="20577"/>
        <pc:sldMkLst>
          <pc:docMk/>
          <pc:sldMk cId="3155830050" sldId="591"/>
        </pc:sldMkLst>
        <pc:spChg chg="mod">
          <ac:chgData name="林　流生" userId="0c6a31bc-9d3e-414b-aed5-d6a7769e6317" providerId="ADAL" clId="{F9B70725-15A2-4668-9C8B-F6DF400AFFF6}" dt="2026-05-30T10:04:15.424" v="2586" actId="20577"/>
          <ac:spMkLst>
            <pc:docMk/>
            <pc:sldMk cId="3155830050" sldId="591"/>
            <ac:spMk id="3" creationId="{D9760A56-690A-B094-76E3-4D7D888E4050}"/>
          </ac:spMkLst>
        </pc:spChg>
        <pc:picChg chg="add mod">
          <ac:chgData name="林　流生" userId="0c6a31bc-9d3e-414b-aed5-d6a7769e6317" providerId="ADAL" clId="{F9B70725-15A2-4668-9C8B-F6DF400AFFF6}" dt="2026-06-08T16:54:51.035" v="9508" actId="14100"/>
          <ac:picMkLst>
            <pc:docMk/>
            <pc:sldMk cId="3155830050" sldId="591"/>
            <ac:picMk id="5" creationId="{F5D2A7F5-F010-EAB8-443C-335A88D8021E}"/>
          </ac:picMkLst>
        </pc:picChg>
        <pc:picChg chg="add mod modCrop">
          <ac:chgData name="林　流生" userId="0c6a31bc-9d3e-414b-aed5-d6a7769e6317" providerId="ADAL" clId="{F9B70725-15A2-4668-9C8B-F6DF400AFFF6}" dt="2026-05-29T06:23:18.687" v="712" actId="732"/>
          <ac:picMkLst>
            <pc:docMk/>
            <pc:sldMk cId="3155830050" sldId="591"/>
            <ac:picMk id="9" creationId="{FDB370F0-1016-2373-EFC3-8286C4027DF9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林　流生" userId="0c6a31bc-9d3e-414b-aed5-d6a7769e6317" providerId="ADAL" clId="{F9B70725-15A2-4668-9C8B-F6DF400AFFF6}" dt="2026-05-30T10:04:15.424" v="2586" actId="20577"/>
              <pc2:cmMkLst xmlns:pc2="http://schemas.microsoft.com/office/powerpoint/2019/9/main/command">
                <pc:docMk/>
                <pc:sldMk cId="3155830050" sldId="591"/>
                <pc2:cmMk id="{BFBCEF16-2C8E-4FAE-8715-68E9FAA4514D}"/>
              </pc2:cmMkLst>
            </pc226:cmChg>
            <pc226:cmChg xmlns:pc226="http://schemas.microsoft.com/office/powerpoint/2022/06/main/command" chg="mod">
              <pc226:chgData name="林　流生" userId="0c6a31bc-9d3e-414b-aed5-d6a7769e6317" providerId="ADAL" clId="{F9B70725-15A2-4668-9C8B-F6DF400AFFF6}" dt="2026-05-30T10:04:15.424" v="2586" actId="20577"/>
              <pc2:cmMkLst xmlns:pc2="http://schemas.microsoft.com/office/powerpoint/2019/9/main/command">
                <pc:docMk/>
                <pc:sldMk cId="3155830050" sldId="591"/>
                <pc2:cmMk id="{DA6C6A8E-099A-4F9F-AA3F-E85811A2B0DA}"/>
              </pc2:cmMkLst>
            </pc226:cmChg>
            <pc226:cmChg xmlns:pc226="http://schemas.microsoft.com/office/powerpoint/2022/06/main/command" chg="mod">
              <pc226:chgData name="林　流生" userId="0c6a31bc-9d3e-414b-aed5-d6a7769e6317" providerId="ADAL" clId="{F9B70725-15A2-4668-9C8B-F6DF400AFFF6}" dt="2026-05-30T10:04:15.424" v="2586" actId="20577"/>
              <pc2:cmMkLst xmlns:pc2="http://schemas.microsoft.com/office/powerpoint/2019/9/main/command">
                <pc:docMk/>
                <pc:sldMk cId="3155830050" sldId="591"/>
                <pc2:cmMk id="{2FF4D995-A1CD-4EB0-A8E7-C1AAC2A6A8A5}"/>
              </pc2:cmMkLst>
            </pc226:cmChg>
            <pc226:cmChg xmlns:pc226="http://schemas.microsoft.com/office/powerpoint/2022/06/main/command" chg="mod">
              <pc226:chgData name="林　流生" userId="0c6a31bc-9d3e-414b-aed5-d6a7769e6317" providerId="ADAL" clId="{F9B70725-15A2-4668-9C8B-F6DF400AFFF6}" dt="2026-05-30T10:04:15.424" v="2586" actId="20577"/>
              <pc2:cmMkLst xmlns:pc2="http://schemas.microsoft.com/office/powerpoint/2019/9/main/command">
                <pc:docMk/>
                <pc:sldMk cId="3155830050" sldId="591"/>
                <pc2:cmMk id="{30F3799B-2338-4D96-84E1-13B800C5D52E}"/>
              </pc2:cmMkLst>
            </pc226:cmChg>
            <pc226:cmChg xmlns:pc226="http://schemas.microsoft.com/office/powerpoint/2022/06/main/command" chg="mod">
              <pc226:chgData name="林　流生" userId="0c6a31bc-9d3e-414b-aed5-d6a7769e6317" providerId="ADAL" clId="{F9B70725-15A2-4668-9C8B-F6DF400AFFF6}" dt="2026-05-30T10:04:15.424" v="2586" actId="20577"/>
              <pc2:cmMkLst xmlns:pc2="http://schemas.microsoft.com/office/powerpoint/2019/9/main/command">
                <pc:docMk/>
                <pc:sldMk cId="3155830050" sldId="591"/>
                <pc2:cmMk id="{685B5DBA-A8E8-4619-8C0A-1B8AFF6E2F74}"/>
              </pc2:cmMkLst>
            </pc226:cmChg>
            <pc226:cmChg xmlns:pc226="http://schemas.microsoft.com/office/powerpoint/2022/06/main/command" chg="mod">
              <pc226:chgData name="林　流生" userId="0c6a31bc-9d3e-414b-aed5-d6a7769e6317" providerId="ADAL" clId="{F9B70725-15A2-4668-9C8B-F6DF400AFFF6}" dt="2026-05-30T10:04:15.424" v="2586" actId="20577"/>
              <pc2:cmMkLst xmlns:pc2="http://schemas.microsoft.com/office/powerpoint/2019/9/main/command">
                <pc:docMk/>
                <pc:sldMk cId="3155830050" sldId="591"/>
                <pc2:cmMk id="{8C4623D9-1FE3-45F6-9B23-DA2294169D2B}"/>
              </pc2:cmMkLst>
            </pc226:cmChg>
          </p:ext>
        </pc:extLst>
      </pc:sldChg>
      <pc:sldChg chg="addSp delSp modSp add mod ord modCm modNotesTx">
        <pc:chgData name="林　流生" userId="0c6a31bc-9d3e-414b-aed5-d6a7769e6317" providerId="ADAL" clId="{F9B70725-15A2-4668-9C8B-F6DF400AFFF6}" dt="2026-06-08T18:09:00.015" v="10226" actId="20577"/>
        <pc:sldMkLst>
          <pc:docMk/>
          <pc:sldMk cId="81308148" sldId="592"/>
        </pc:sldMkLst>
        <pc:spChg chg="mod">
          <ac:chgData name="林　流生" userId="0c6a31bc-9d3e-414b-aed5-d6a7769e6317" providerId="ADAL" clId="{F9B70725-15A2-4668-9C8B-F6DF400AFFF6}" dt="2026-06-05T11:42:46.893" v="6708" actId="20577"/>
          <ac:spMkLst>
            <pc:docMk/>
            <pc:sldMk cId="81308148" sldId="592"/>
            <ac:spMk id="3" creationId="{3FAB9948-2163-795D-B096-03E4491AC89F}"/>
          </ac:spMkLst>
        </pc:spChg>
        <pc:spChg chg="mod">
          <ac:chgData name="林　流生" userId="0c6a31bc-9d3e-414b-aed5-d6a7769e6317" providerId="ADAL" clId="{F9B70725-15A2-4668-9C8B-F6DF400AFFF6}" dt="2026-06-05T10:50:07.210" v="5533"/>
          <ac:spMkLst>
            <pc:docMk/>
            <pc:sldMk cId="81308148" sldId="592"/>
            <ac:spMk id="12" creationId="{D7A33807-FBFD-B5C6-80AE-5963960273B5}"/>
          </ac:spMkLst>
        </pc:spChg>
        <pc:spChg chg="mod">
          <ac:chgData name="林　流生" userId="0c6a31bc-9d3e-414b-aed5-d6a7769e6317" providerId="ADAL" clId="{F9B70725-15A2-4668-9C8B-F6DF400AFFF6}" dt="2026-06-05T10:50:07.210" v="5533"/>
          <ac:spMkLst>
            <pc:docMk/>
            <pc:sldMk cId="81308148" sldId="592"/>
            <ac:spMk id="13" creationId="{B2FDCEBF-6FAE-0315-D424-6DB8A060B34E}"/>
          </ac:spMkLst>
        </pc:spChg>
        <pc:spChg chg="mod">
          <ac:chgData name="林　流生" userId="0c6a31bc-9d3e-414b-aed5-d6a7769e6317" providerId="ADAL" clId="{F9B70725-15A2-4668-9C8B-F6DF400AFFF6}" dt="2026-06-05T10:50:07.210" v="5533"/>
          <ac:spMkLst>
            <pc:docMk/>
            <pc:sldMk cId="81308148" sldId="592"/>
            <ac:spMk id="14" creationId="{26286C80-AAA8-9490-7BB0-D4841CCF11E2}"/>
          </ac:spMkLst>
        </pc:spChg>
        <pc:spChg chg="add mod">
          <ac:chgData name="林　流生" userId="0c6a31bc-9d3e-414b-aed5-d6a7769e6317" providerId="ADAL" clId="{F9B70725-15A2-4668-9C8B-F6DF400AFFF6}" dt="2026-06-05T11:28:27.799" v="6188" actId="20577"/>
          <ac:spMkLst>
            <pc:docMk/>
            <pc:sldMk cId="81308148" sldId="592"/>
            <ac:spMk id="41" creationId="{37758F20-7F38-EFA7-9552-E653C9BDB86B}"/>
          </ac:spMkLst>
        </pc:spChg>
        <pc:grpChg chg="mod topLvl">
          <ac:chgData name="林　流生" userId="0c6a31bc-9d3e-414b-aed5-d6a7769e6317" providerId="ADAL" clId="{F9B70725-15A2-4668-9C8B-F6DF400AFFF6}" dt="2026-06-05T10:50:46.770" v="5542" actId="1076"/>
          <ac:grpSpMkLst>
            <pc:docMk/>
            <pc:sldMk cId="81308148" sldId="592"/>
            <ac:grpSpMk id="9" creationId="{7F20AD2A-03CA-E0BF-94E5-399C576A3767}"/>
          </ac:grpSpMkLst>
        </pc:gr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林　流生" userId="0c6a31bc-9d3e-414b-aed5-d6a7769e6317" providerId="ADAL" clId="{F9B70725-15A2-4668-9C8B-F6DF400AFFF6}" dt="2026-06-05T11:42:46.787" v="6707" actId="20577"/>
              <pc2:cmMkLst xmlns:pc2="http://schemas.microsoft.com/office/powerpoint/2019/9/main/command">
                <pc:docMk/>
                <pc:sldMk cId="81308148" sldId="592"/>
                <pc2:cmMk id="{23EEBCE4-D053-473B-ADC7-190DD3E6814B}"/>
              </pc2:cmMkLst>
            </pc226:cmChg>
          </p:ext>
        </pc:extLst>
      </pc:sldChg>
      <pc:sldChg chg="addSp delSp modSp add mod modNotesTx">
        <pc:chgData name="林　流生" userId="0c6a31bc-9d3e-414b-aed5-d6a7769e6317" providerId="ADAL" clId="{F9B70725-15A2-4668-9C8B-F6DF400AFFF6}" dt="2026-06-08T18:09:55.608" v="10234" actId="20577"/>
        <pc:sldMkLst>
          <pc:docMk/>
          <pc:sldMk cId="1001880738" sldId="593"/>
        </pc:sldMkLst>
        <pc:spChg chg="mod">
          <ac:chgData name="林　流生" userId="0c6a31bc-9d3e-414b-aed5-d6a7769e6317" providerId="ADAL" clId="{F9B70725-15A2-4668-9C8B-F6DF400AFFF6}" dt="2026-06-05T12:16:44.246" v="7581" actId="20577"/>
          <ac:spMkLst>
            <pc:docMk/>
            <pc:sldMk cId="1001880738" sldId="593"/>
            <ac:spMk id="3" creationId="{82CFECE6-0C72-FCE5-4ABF-C55D3424C5B0}"/>
          </ac:spMkLst>
        </pc:spChg>
        <pc:spChg chg="add mod">
          <ac:chgData name="林　流生" userId="0c6a31bc-9d3e-414b-aed5-d6a7769e6317" providerId="ADAL" clId="{F9B70725-15A2-4668-9C8B-F6DF400AFFF6}" dt="2026-06-05T12:02:07.672" v="7116" actId="20577"/>
          <ac:spMkLst>
            <pc:docMk/>
            <pc:sldMk cId="1001880738" sldId="593"/>
            <ac:spMk id="4" creationId="{C32AF005-2F5C-5F60-1091-3628F0E3326B}"/>
          </ac:spMkLst>
        </pc:spChg>
        <pc:spChg chg="mod">
          <ac:chgData name="林　流生" userId="0c6a31bc-9d3e-414b-aed5-d6a7769e6317" providerId="ADAL" clId="{F9B70725-15A2-4668-9C8B-F6DF400AFFF6}" dt="2026-06-05T12:10:28.211" v="7327"/>
          <ac:spMkLst>
            <pc:docMk/>
            <pc:sldMk cId="1001880738" sldId="593"/>
            <ac:spMk id="61" creationId="{46B3563C-D72D-A499-0C07-DC416813C199}"/>
          </ac:spMkLst>
        </pc:spChg>
        <pc:spChg chg="mod">
          <ac:chgData name="林　流生" userId="0c6a31bc-9d3e-414b-aed5-d6a7769e6317" providerId="ADAL" clId="{F9B70725-15A2-4668-9C8B-F6DF400AFFF6}" dt="2026-06-05T12:10:28.211" v="7327"/>
          <ac:spMkLst>
            <pc:docMk/>
            <pc:sldMk cId="1001880738" sldId="593"/>
            <ac:spMk id="62" creationId="{80F2BD49-C51F-EBF9-92D5-47CD6F76A649}"/>
          </ac:spMkLst>
        </pc:spChg>
        <pc:spChg chg="mod">
          <ac:chgData name="林　流生" userId="0c6a31bc-9d3e-414b-aed5-d6a7769e6317" providerId="ADAL" clId="{F9B70725-15A2-4668-9C8B-F6DF400AFFF6}" dt="2026-06-05T12:10:28.211" v="7327"/>
          <ac:spMkLst>
            <pc:docMk/>
            <pc:sldMk cId="1001880738" sldId="593"/>
            <ac:spMk id="63" creationId="{DB36BED7-F812-0A21-E1DB-2856C3163E39}"/>
          </ac:spMkLst>
        </pc:spChg>
        <pc:spChg chg="mod">
          <ac:chgData name="林　流生" userId="0c6a31bc-9d3e-414b-aed5-d6a7769e6317" providerId="ADAL" clId="{F9B70725-15A2-4668-9C8B-F6DF400AFFF6}" dt="2026-06-05T12:10:28.211" v="7327"/>
          <ac:spMkLst>
            <pc:docMk/>
            <pc:sldMk cId="1001880738" sldId="593"/>
            <ac:spMk id="67" creationId="{4CEDD8E1-C74B-D1AF-E1CC-CBADAF039CA8}"/>
          </ac:spMkLst>
        </pc:spChg>
        <pc:spChg chg="mod">
          <ac:chgData name="林　流生" userId="0c6a31bc-9d3e-414b-aed5-d6a7769e6317" providerId="ADAL" clId="{F9B70725-15A2-4668-9C8B-F6DF400AFFF6}" dt="2026-06-05T12:10:28.211" v="7327"/>
          <ac:spMkLst>
            <pc:docMk/>
            <pc:sldMk cId="1001880738" sldId="593"/>
            <ac:spMk id="68" creationId="{110BD3DD-4897-6441-2B76-974E90542F66}"/>
          </ac:spMkLst>
        </pc:spChg>
        <pc:spChg chg="mod">
          <ac:chgData name="林　流生" userId="0c6a31bc-9d3e-414b-aed5-d6a7769e6317" providerId="ADAL" clId="{F9B70725-15A2-4668-9C8B-F6DF400AFFF6}" dt="2026-06-05T12:10:28.211" v="7327"/>
          <ac:spMkLst>
            <pc:docMk/>
            <pc:sldMk cId="1001880738" sldId="593"/>
            <ac:spMk id="69" creationId="{FB862CFE-AD31-7F83-712F-36811A186E91}"/>
          </ac:spMkLst>
        </pc:spChg>
        <pc:spChg chg="mod">
          <ac:chgData name="林　流生" userId="0c6a31bc-9d3e-414b-aed5-d6a7769e6317" providerId="ADAL" clId="{F9B70725-15A2-4668-9C8B-F6DF400AFFF6}" dt="2026-06-05T12:10:28.211" v="7327"/>
          <ac:spMkLst>
            <pc:docMk/>
            <pc:sldMk cId="1001880738" sldId="593"/>
            <ac:spMk id="70" creationId="{ED7D54BF-70B9-D9B0-3D6C-D26FF5E7FD40}"/>
          </ac:spMkLst>
        </pc:spChg>
        <pc:spChg chg="mod">
          <ac:chgData name="林　流生" userId="0c6a31bc-9d3e-414b-aed5-d6a7769e6317" providerId="ADAL" clId="{F9B70725-15A2-4668-9C8B-F6DF400AFFF6}" dt="2026-06-05T12:10:28.211" v="7327"/>
          <ac:spMkLst>
            <pc:docMk/>
            <pc:sldMk cId="1001880738" sldId="593"/>
            <ac:spMk id="87" creationId="{15A507F0-38B9-4E99-DED8-22ED96344525}"/>
          </ac:spMkLst>
        </pc:spChg>
        <pc:spChg chg="mod">
          <ac:chgData name="林　流生" userId="0c6a31bc-9d3e-414b-aed5-d6a7769e6317" providerId="ADAL" clId="{F9B70725-15A2-4668-9C8B-F6DF400AFFF6}" dt="2026-06-05T12:10:28.211" v="7327"/>
          <ac:spMkLst>
            <pc:docMk/>
            <pc:sldMk cId="1001880738" sldId="593"/>
            <ac:spMk id="89" creationId="{CBC62A99-ECCF-5E55-143D-9B654258C1B7}"/>
          </ac:spMkLst>
        </pc:spChg>
        <pc:spChg chg="mod">
          <ac:chgData name="林　流生" userId="0c6a31bc-9d3e-414b-aed5-d6a7769e6317" providerId="ADAL" clId="{F9B70725-15A2-4668-9C8B-F6DF400AFFF6}" dt="2026-06-05T12:10:28.211" v="7327"/>
          <ac:spMkLst>
            <pc:docMk/>
            <pc:sldMk cId="1001880738" sldId="593"/>
            <ac:spMk id="95" creationId="{BE713D8E-A6A7-A94F-7AB7-3B2DB257206D}"/>
          </ac:spMkLst>
        </pc:spChg>
        <pc:spChg chg="add mod">
          <ac:chgData name="林　流生" userId="0c6a31bc-9d3e-414b-aed5-d6a7769e6317" providerId="ADAL" clId="{F9B70725-15A2-4668-9C8B-F6DF400AFFF6}" dt="2026-06-05T12:11:30.272" v="7334" actId="14100"/>
          <ac:spMkLst>
            <pc:docMk/>
            <pc:sldMk cId="1001880738" sldId="593"/>
            <ac:spMk id="96" creationId="{5A4AD828-4B2A-450A-1145-9FB28C6D6018}"/>
          </ac:spMkLst>
        </pc:spChg>
      </pc:sldChg>
      <pc:sldChg chg="del">
        <pc:chgData name="林　流生" userId="0c6a31bc-9d3e-414b-aed5-d6a7769e6317" providerId="ADAL" clId="{F9B70725-15A2-4668-9C8B-F6DF400AFFF6}" dt="2026-06-08T11:54:35.950" v="8747" actId="47"/>
        <pc:sldMkLst>
          <pc:docMk/>
          <pc:sldMk cId="3830901404" sldId="595"/>
        </pc:sldMkLst>
      </pc:sldChg>
      <pc:sldChg chg="add mod ord modShow">
        <pc:chgData name="林　流生" userId="0c6a31bc-9d3e-414b-aed5-d6a7769e6317" providerId="ADAL" clId="{F9B70725-15A2-4668-9C8B-F6DF400AFFF6}" dt="2026-06-04T07:47:10.876" v="2835"/>
        <pc:sldMkLst>
          <pc:docMk/>
          <pc:sldMk cId="786778034" sldId="597"/>
        </pc:sldMkLst>
      </pc:sldChg>
      <pc:sldChg chg="add mod ord modShow">
        <pc:chgData name="林　流生" userId="0c6a31bc-9d3e-414b-aed5-d6a7769e6317" providerId="ADAL" clId="{F9B70725-15A2-4668-9C8B-F6DF400AFFF6}" dt="2026-06-04T07:47:17.204" v="2837"/>
        <pc:sldMkLst>
          <pc:docMk/>
          <pc:sldMk cId="3488497325" sldId="598"/>
        </pc:sldMkLst>
      </pc:sldChg>
      <pc:sldChg chg="addSp delSp modSp add mod ord modShow">
        <pc:chgData name="林　流生" userId="0c6a31bc-9d3e-414b-aed5-d6a7769e6317" providerId="ADAL" clId="{F9B70725-15A2-4668-9C8B-F6DF400AFFF6}" dt="2026-06-08T18:29:27.920" v="10489" actId="729"/>
        <pc:sldMkLst>
          <pc:docMk/>
          <pc:sldMk cId="132919723" sldId="599"/>
        </pc:sldMkLst>
        <pc:spChg chg="mod">
          <ac:chgData name="林　流生" userId="0c6a31bc-9d3e-414b-aed5-d6a7769e6317" providerId="ADAL" clId="{F9B70725-15A2-4668-9C8B-F6DF400AFFF6}" dt="2026-05-30T10:05:09.896" v="2630" actId="20577"/>
          <ac:spMkLst>
            <pc:docMk/>
            <pc:sldMk cId="132919723" sldId="599"/>
            <ac:spMk id="2" creationId="{FCE57751-BC54-02C9-3BE8-D2AAB70F4B85}"/>
          </ac:spMkLst>
        </pc:spChg>
        <pc:spChg chg="add mod">
          <ac:chgData name="林　流生" userId="0c6a31bc-9d3e-414b-aed5-d6a7769e6317" providerId="ADAL" clId="{F9B70725-15A2-4668-9C8B-F6DF400AFFF6}" dt="2026-06-05T10:42:34.150" v="5481" actId="571"/>
          <ac:spMkLst>
            <pc:docMk/>
            <pc:sldMk cId="132919723" sldId="599"/>
            <ac:spMk id="6" creationId="{CB14AA22-19BE-1B12-D19F-5B537F2B5A7F}"/>
          </ac:spMkLst>
        </pc:spChg>
        <pc:spChg chg="add mod">
          <ac:chgData name="林　流生" userId="0c6a31bc-9d3e-414b-aed5-d6a7769e6317" providerId="ADAL" clId="{F9B70725-15A2-4668-9C8B-F6DF400AFFF6}" dt="2026-06-05T10:42:34.150" v="5481" actId="571"/>
          <ac:spMkLst>
            <pc:docMk/>
            <pc:sldMk cId="132919723" sldId="599"/>
            <ac:spMk id="7" creationId="{7D55E9C7-76DC-1437-1B46-6665EAF210D3}"/>
          </ac:spMkLst>
        </pc:spChg>
        <pc:spChg chg="add mod">
          <ac:chgData name="林　流生" userId="0c6a31bc-9d3e-414b-aed5-d6a7769e6317" providerId="ADAL" clId="{F9B70725-15A2-4668-9C8B-F6DF400AFFF6}" dt="2026-06-05T10:42:34.150" v="5481" actId="571"/>
          <ac:spMkLst>
            <pc:docMk/>
            <pc:sldMk cId="132919723" sldId="599"/>
            <ac:spMk id="8" creationId="{59BAF630-D7CB-3253-0DC5-A5129CC1FAF0}"/>
          </ac:spMkLst>
        </pc:spChg>
        <pc:spChg chg="mod ord">
          <ac:chgData name="林　流生" userId="0c6a31bc-9d3e-414b-aed5-d6a7769e6317" providerId="ADAL" clId="{F9B70725-15A2-4668-9C8B-F6DF400AFFF6}" dt="2026-06-05T10:42:34.150" v="5481" actId="571"/>
          <ac:spMkLst>
            <pc:docMk/>
            <pc:sldMk cId="132919723" sldId="599"/>
            <ac:spMk id="9" creationId="{2D85D117-0469-6872-1E64-73163626E174}"/>
          </ac:spMkLst>
        </pc:spChg>
        <pc:spChg chg="add mod">
          <ac:chgData name="林　流生" userId="0c6a31bc-9d3e-414b-aed5-d6a7769e6317" providerId="ADAL" clId="{F9B70725-15A2-4668-9C8B-F6DF400AFFF6}" dt="2026-06-05T10:42:34.150" v="5481" actId="571"/>
          <ac:spMkLst>
            <pc:docMk/>
            <pc:sldMk cId="132919723" sldId="599"/>
            <ac:spMk id="10" creationId="{BBB76436-2471-5784-B5EB-853F4181F005}"/>
          </ac:spMkLst>
        </pc:spChg>
        <pc:spChg chg="mod ord">
          <ac:chgData name="林　流生" userId="0c6a31bc-9d3e-414b-aed5-d6a7769e6317" providerId="ADAL" clId="{F9B70725-15A2-4668-9C8B-F6DF400AFFF6}" dt="2026-06-05T10:42:34.150" v="5481" actId="571"/>
          <ac:spMkLst>
            <pc:docMk/>
            <pc:sldMk cId="132919723" sldId="599"/>
            <ac:spMk id="11" creationId="{745390F9-2C95-91B3-CBE2-E2FBCD9E022A}"/>
          </ac:spMkLst>
        </pc:spChg>
        <pc:spChg chg="mod ord">
          <ac:chgData name="林　流生" userId="0c6a31bc-9d3e-414b-aed5-d6a7769e6317" providerId="ADAL" clId="{F9B70725-15A2-4668-9C8B-F6DF400AFFF6}" dt="2026-06-05T10:42:17.862" v="5478" actId="571"/>
          <ac:spMkLst>
            <pc:docMk/>
            <pc:sldMk cId="132919723" sldId="599"/>
            <ac:spMk id="12" creationId="{532433AD-71BB-A234-A6B6-F9A2A17EEB03}"/>
          </ac:spMkLst>
        </pc:spChg>
        <pc:spChg chg="add mod">
          <ac:chgData name="林　流生" userId="0c6a31bc-9d3e-414b-aed5-d6a7769e6317" providerId="ADAL" clId="{F9B70725-15A2-4668-9C8B-F6DF400AFFF6}" dt="2026-06-05T10:42:34.150" v="5481" actId="571"/>
          <ac:spMkLst>
            <pc:docMk/>
            <pc:sldMk cId="132919723" sldId="599"/>
            <ac:spMk id="23" creationId="{4D58109C-0687-26C6-8401-0F41CA6B1839}"/>
          </ac:spMkLst>
        </pc:spChg>
        <pc:spChg chg="add mod">
          <ac:chgData name="林　流生" userId="0c6a31bc-9d3e-414b-aed5-d6a7769e6317" providerId="ADAL" clId="{F9B70725-15A2-4668-9C8B-F6DF400AFFF6}" dt="2026-06-05T10:42:58.874" v="5488" actId="403"/>
          <ac:spMkLst>
            <pc:docMk/>
            <pc:sldMk cId="132919723" sldId="599"/>
            <ac:spMk id="29" creationId="{68DD0519-FF49-CA57-A85B-0FBB5B2EEED5}"/>
          </ac:spMkLst>
        </pc:spChg>
        <pc:spChg chg="add mod">
          <ac:chgData name="林　流生" userId="0c6a31bc-9d3e-414b-aed5-d6a7769e6317" providerId="ADAL" clId="{F9B70725-15A2-4668-9C8B-F6DF400AFFF6}" dt="2026-06-05T10:42:34.150" v="5481" actId="571"/>
          <ac:spMkLst>
            <pc:docMk/>
            <pc:sldMk cId="132919723" sldId="599"/>
            <ac:spMk id="51" creationId="{49E4BEAD-1E94-18D8-C58C-99BD3800B398}"/>
          </ac:spMkLst>
        </pc:spChg>
        <pc:spChg chg="add mod">
          <ac:chgData name="林　流生" userId="0c6a31bc-9d3e-414b-aed5-d6a7769e6317" providerId="ADAL" clId="{F9B70725-15A2-4668-9C8B-F6DF400AFFF6}" dt="2026-06-05T10:42:34.150" v="5481" actId="571"/>
          <ac:spMkLst>
            <pc:docMk/>
            <pc:sldMk cId="132919723" sldId="599"/>
            <ac:spMk id="55" creationId="{A88AE19A-460B-DA5A-29F1-E48E7042C772}"/>
          </ac:spMkLst>
        </pc:spChg>
        <pc:grpChg chg="add mod">
          <ac:chgData name="林　流生" userId="0c6a31bc-9d3e-414b-aed5-d6a7769e6317" providerId="ADAL" clId="{F9B70725-15A2-4668-9C8B-F6DF400AFFF6}" dt="2026-06-05T10:44:15.659" v="5490" actId="1076"/>
          <ac:grpSpMkLst>
            <pc:docMk/>
            <pc:sldMk cId="132919723" sldId="599"/>
            <ac:grpSpMk id="14" creationId="{BDAAAF25-CCD2-1657-12B1-78D3A462547F}"/>
          </ac:grpSpMkLst>
        </pc:grpChg>
        <pc:grpChg chg="add mod">
          <ac:chgData name="林　流生" userId="0c6a31bc-9d3e-414b-aed5-d6a7769e6317" providerId="ADAL" clId="{F9B70725-15A2-4668-9C8B-F6DF400AFFF6}" dt="2026-06-05T10:29:23.338" v="5452" actId="164"/>
          <ac:grpSpMkLst>
            <pc:docMk/>
            <pc:sldMk cId="132919723" sldId="599"/>
            <ac:grpSpMk id="72" creationId="{AA1F7502-21ED-5127-827D-C62DBE25E920}"/>
          </ac:grpSpMkLst>
        </pc:grpChg>
        <pc:picChg chg="add mod modCrop">
          <ac:chgData name="林　流生" userId="0c6a31bc-9d3e-414b-aed5-d6a7769e6317" providerId="ADAL" clId="{F9B70725-15A2-4668-9C8B-F6DF400AFFF6}" dt="2026-05-30T10:21:52.537" v="2828" actId="164"/>
          <ac:picMkLst>
            <pc:docMk/>
            <pc:sldMk cId="132919723" sldId="599"/>
            <ac:picMk id="3" creationId="{5F111AF2-B69D-F6D6-64C2-19580AB6B03E}"/>
          </ac:picMkLst>
        </pc:picChg>
        <pc:picChg chg="add mod modCrop">
          <ac:chgData name="林　流生" userId="0c6a31bc-9d3e-414b-aed5-d6a7769e6317" providerId="ADAL" clId="{F9B70725-15A2-4668-9C8B-F6DF400AFFF6}" dt="2026-05-30T10:21:52.537" v="2828" actId="164"/>
          <ac:picMkLst>
            <pc:docMk/>
            <pc:sldMk cId="132919723" sldId="599"/>
            <ac:picMk id="4" creationId="{4E61E03C-678D-F0EE-B426-E65FE2EACCBC}"/>
          </ac:picMkLst>
        </pc:picChg>
        <pc:cxnChg chg="add mod">
          <ac:chgData name="林　流生" userId="0c6a31bc-9d3e-414b-aed5-d6a7769e6317" providerId="ADAL" clId="{F9B70725-15A2-4668-9C8B-F6DF400AFFF6}" dt="2026-05-30T10:14:18.210" v="2752" actId="1582"/>
          <ac:cxnSpMkLst>
            <pc:docMk/>
            <pc:sldMk cId="132919723" sldId="599"/>
            <ac:cxnSpMk id="13" creationId="{F6F7F3A5-4309-5F3F-D091-2ED9A45431A3}"/>
          </ac:cxnSpMkLst>
        </pc:cxnChg>
        <pc:cxnChg chg="add mod">
          <ac:chgData name="林　流生" userId="0c6a31bc-9d3e-414b-aed5-d6a7769e6317" providerId="ADAL" clId="{F9B70725-15A2-4668-9C8B-F6DF400AFFF6}" dt="2026-05-30T10:14:34.981" v="2755" actId="1076"/>
          <ac:cxnSpMkLst>
            <pc:docMk/>
            <pc:sldMk cId="132919723" sldId="599"/>
            <ac:cxnSpMk id="16" creationId="{E24F95C1-97C8-8097-27F8-9C7D10279504}"/>
          </ac:cxnSpMkLst>
        </pc:cxnChg>
        <pc:cxnChg chg="add mod">
          <ac:chgData name="林　流生" userId="0c6a31bc-9d3e-414b-aed5-d6a7769e6317" providerId="ADAL" clId="{F9B70725-15A2-4668-9C8B-F6DF400AFFF6}" dt="2026-05-30T10:14:51.532" v="2758" actId="1076"/>
          <ac:cxnSpMkLst>
            <pc:docMk/>
            <pc:sldMk cId="132919723" sldId="599"/>
            <ac:cxnSpMk id="17" creationId="{E615FA79-8DE9-4D1D-8DA7-1B767D8696D3}"/>
          </ac:cxnSpMkLst>
        </pc:cxnChg>
        <pc:cxnChg chg="add mod">
          <ac:chgData name="林　流生" userId="0c6a31bc-9d3e-414b-aed5-d6a7769e6317" providerId="ADAL" clId="{F9B70725-15A2-4668-9C8B-F6DF400AFFF6}" dt="2026-05-30T10:14:43.197" v="2756" actId="571"/>
          <ac:cxnSpMkLst>
            <pc:docMk/>
            <pc:sldMk cId="132919723" sldId="599"/>
            <ac:cxnSpMk id="18" creationId="{663F9A34-8EDC-4702-C851-460E1C88A8E1}"/>
          </ac:cxnSpMkLst>
        </pc:cxnChg>
        <pc:cxnChg chg="add mod">
          <ac:chgData name="林　流生" userId="0c6a31bc-9d3e-414b-aed5-d6a7769e6317" providerId="ADAL" clId="{F9B70725-15A2-4668-9C8B-F6DF400AFFF6}" dt="2026-05-30T10:15:11.532" v="2762" actId="1076"/>
          <ac:cxnSpMkLst>
            <pc:docMk/>
            <pc:sldMk cId="132919723" sldId="599"/>
            <ac:cxnSpMk id="19" creationId="{BB1A6167-362E-84A5-7DAD-4CF4BE0819F4}"/>
          </ac:cxnSpMkLst>
        </pc:cxnChg>
        <pc:cxnChg chg="add mod">
          <ac:chgData name="林　流生" userId="0c6a31bc-9d3e-414b-aed5-d6a7769e6317" providerId="ADAL" clId="{F9B70725-15A2-4668-9C8B-F6DF400AFFF6}" dt="2026-05-30T10:14:57.329" v="2759" actId="571"/>
          <ac:cxnSpMkLst>
            <pc:docMk/>
            <pc:sldMk cId="132919723" sldId="599"/>
            <ac:cxnSpMk id="20" creationId="{6A130625-BB5C-E594-54AE-A1E1E9F31332}"/>
          </ac:cxnSpMkLst>
        </pc:cxnChg>
        <pc:cxnChg chg="add mod">
          <ac:chgData name="林　流生" userId="0c6a31bc-9d3e-414b-aed5-d6a7769e6317" providerId="ADAL" clId="{F9B70725-15A2-4668-9C8B-F6DF400AFFF6}" dt="2026-05-30T10:15:00.749" v="2760" actId="571"/>
          <ac:cxnSpMkLst>
            <pc:docMk/>
            <pc:sldMk cId="132919723" sldId="599"/>
            <ac:cxnSpMk id="21" creationId="{FDD7B05F-4B70-AB88-C2C7-41915BE206AE}"/>
          </ac:cxnSpMkLst>
        </pc:cxnChg>
        <pc:cxnChg chg="add mod">
          <ac:chgData name="林　流生" userId="0c6a31bc-9d3e-414b-aed5-d6a7769e6317" providerId="ADAL" clId="{F9B70725-15A2-4668-9C8B-F6DF400AFFF6}" dt="2026-05-30T10:15:04.836" v="2761" actId="571"/>
          <ac:cxnSpMkLst>
            <pc:docMk/>
            <pc:sldMk cId="132919723" sldId="599"/>
            <ac:cxnSpMk id="22" creationId="{F6550704-A8C4-A57F-36C6-9D980BB38512}"/>
          </ac:cxnSpMkLst>
        </pc:cxnChg>
        <pc:cxnChg chg="add mod">
          <ac:chgData name="林　流生" userId="0c6a31bc-9d3e-414b-aed5-d6a7769e6317" providerId="ADAL" clId="{F9B70725-15A2-4668-9C8B-F6DF400AFFF6}" dt="2026-05-30T10:16:30.488" v="2777" actId="693"/>
          <ac:cxnSpMkLst>
            <pc:docMk/>
            <pc:sldMk cId="132919723" sldId="599"/>
            <ac:cxnSpMk id="24" creationId="{D2CEFBB6-AFA0-BFE4-71F4-2F33A1790067}"/>
          </ac:cxnSpMkLst>
        </pc:cxnChg>
        <pc:cxnChg chg="mod">
          <ac:chgData name="林　流生" userId="0c6a31bc-9d3e-414b-aed5-d6a7769e6317" providerId="ADAL" clId="{F9B70725-15A2-4668-9C8B-F6DF400AFFF6}" dt="2026-06-05T10:42:25.185" v="5480" actId="14100"/>
          <ac:cxnSpMkLst>
            <pc:docMk/>
            <pc:sldMk cId="132919723" sldId="599"/>
            <ac:cxnSpMk id="26" creationId="{6669811C-E18C-41A0-EFD1-0F64FCE0C5B6}"/>
          </ac:cxnSpMkLst>
        </pc:cxnChg>
        <pc:cxnChg chg="add mod">
          <ac:chgData name="林　流生" userId="0c6a31bc-9d3e-414b-aed5-d6a7769e6317" providerId="ADAL" clId="{F9B70725-15A2-4668-9C8B-F6DF400AFFF6}" dt="2026-05-30T10:16:37.035" v="2778" actId="693"/>
          <ac:cxnSpMkLst>
            <pc:docMk/>
            <pc:sldMk cId="132919723" sldId="599"/>
            <ac:cxnSpMk id="28" creationId="{C90FA3D9-4782-D93F-701C-A3A86239E6D7}"/>
          </ac:cxnSpMkLst>
        </pc:cxnChg>
        <pc:cxnChg chg="add mod">
          <ac:chgData name="林　流生" userId="0c6a31bc-9d3e-414b-aed5-d6a7769e6317" providerId="ADAL" clId="{F9B70725-15A2-4668-9C8B-F6DF400AFFF6}" dt="2026-05-30T10:16:42.441" v="2779" actId="693"/>
          <ac:cxnSpMkLst>
            <pc:docMk/>
            <pc:sldMk cId="132919723" sldId="599"/>
            <ac:cxnSpMk id="30" creationId="{3F340347-26A0-A61B-C014-3A0E6C0F808F}"/>
          </ac:cxnSpMkLst>
        </pc:cxnChg>
        <pc:cxnChg chg="add mod">
          <ac:chgData name="林　流生" userId="0c6a31bc-9d3e-414b-aed5-d6a7769e6317" providerId="ADAL" clId="{F9B70725-15A2-4668-9C8B-F6DF400AFFF6}" dt="2026-05-30T10:17:01.233" v="2783" actId="14100"/>
          <ac:cxnSpMkLst>
            <pc:docMk/>
            <pc:sldMk cId="132919723" sldId="599"/>
            <ac:cxnSpMk id="35" creationId="{B759438E-0141-CD97-C353-AA39BB2023DA}"/>
          </ac:cxnSpMkLst>
        </pc:cxnChg>
        <pc:cxnChg chg="add mod">
          <ac:chgData name="林　流生" userId="0c6a31bc-9d3e-414b-aed5-d6a7769e6317" providerId="ADAL" clId="{F9B70725-15A2-4668-9C8B-F6DF400AFFF6}" dt="2026-05-30T10:17:08.304" v="2785" actId="14100"/>
          <ac:cxnSpMkLst>
            <pc:docMk/>
            <pc:sldMk cId="132919723" sldId="599"/>
            <ac:cxnSpMk id="37" creationId="{C59B951E-3C4A-41CC-58F4-07FC9000A3ED}"/>
          </ac:cxnSpMkLst>
        </pc:cxnChg>
        <pc:cxnChg chg="add mod">
          <ac:chgData name="林　流生" userId="0c6a31bc-9d3e-414b-aed5-d6a7769e6317" providerId="ADAL" clId="{F9B70725-15A2-4668-9C8B-F6DF400AFFF6}" dt="2026-05-30T10:17:15.731" v="2787" actId="14100"/>
          <ac:cxnSpMkLst>
            <pc:docMk/>
            <pc:sldMk cId="132919723" sldId="599"/>
            <ac:cxnSpMk id="41" creationId="{149C5FF6-E052-3678-B1A5-A8A5DC6AE6AA}"/>
          </ac:cxnSpMkLst>
        </pc:cxnChg>
        <pc:cxnChg chg="add mod">
          <ac:chgData name="林　流生" userId="0c6a31bc-9d3e-414b-aed5-d6a7769e6317" providerId="ADAL" clId="{F9B70725-15A2-4668-9C8B-F6DF400AFFF6}" dt="2026-05-30T10:17:25.083" v="2789" actId="14100"/>
          <ac:cxnSpMkLst>
            <pc:docMk/>
            <pc:sldMk cId="132919723" sldId="599"/>
            <ac:cxnSpMk id="43" creationId="{364E0391-EDF6-3DC1-169A-D73232DF4886}"/>
          </ac:cxnSpMkLst>
        </pc:cxnChg>
        <pc:cxnChg chg="add mod">
          <ac:chgData name="林　流生" userId="0c6a31bc-9d3e-414b-aed5-d6a7769e6317" providerId="ADAL" clId="{F9B70725-15A2-4668-9C8B-F6DF400AFFF6}" dt="2026-05-30T10:17:32.275" v="2791" actId="14100"/>
          <ac:cxnSpMkLst>
            <pc:docMk/>
            <pc:sldMk cId="132919723" sldId="599"/>
            <ac:cxnSpMk id="45" creationId="{90661C05-44D1-CB35-2C9E-3D5B6149FE65}"/>
          </ac:cxnSpMkLst>
        </pc:cxnChg>
        <pc:cxnChg chg="add mod ord">
          <ac:chgData name="林　流生" userId="0c6a31bc-9d3e-414b-aed5-d6a7769e6317" providerId="ADAL" clId="{F9B70725-15A2-4668-9C8B-F6DF400AFFF6}" dt="2026-05-30T10:19:35.317" v="2814" actId="1582"/>
          <ac:cxnSpMkLst>
            <pc:docMk/>
            <pc:sldMk cId="132919723" sldId="599"/>
            <ac:cxnSpMk id="48" creationId="{F7342A79-7A8C-5735-59D9-FEFBEC7DDD0F}"/>
          </ac:cxnSpMkLst>
        </pc:cxnChg>
        <pc:cxnChg chg="add mod ord">
          <ac:chgData name="林　流生" userId="0c6a31bc-9d3e-414b-aed5-d6a7769e6317" providerId="ADAL" clId="{F9B70725-15A2-4668-9C8B-F6DF400AFFF6}" dt="2026-06-05T10:41:52.965" v="5477" actId="14100"/>
          <ac:cxnSpMkLst>
            <pc:docMk/>
            <pc:sldMk cId="132919723" sldId="599"/>
            <ac:cxnSpMk id="52" creationId="{6AF212D0-EAB8-E16F-8104-F49CA8895375}"/>
          </ac:cxnSpMkLst>
        </pc:cxnChg>
        <pc:cxnChg chg="add mod ord">
          <ac:chgData name="林　流生" userId="0c6a31bc-9d3e-414b-aed5-d6a7769e6317" providerId="ADAL" clId="{F9B70725-15A2-4668-9C8B-F6DF400AFFF6}" dt="2026-06-05T10:30:27.253" v="5458" actId="166"/>
          <ac:cxnSpMkLst>
            <pc:docMk/>
            <pc:sldMk cId="132919723" sldId="599"/>
            <ac:cxnSpMk id="53" creationId="{8E9AD3FD-2295-BB96-42BA-8A28B9752601}"/>
          </ac:cxnSpMkLst>
        </pc:cxnChg>
        <pc:cxnChg chg="add mod ord">
          <ac:chgData name="林　流生" userId="0c6a31bc-9d3e-414b-aed5-d6a7769e6317" providerId="ADAL" clId="{F9B70725-15A2-4668-9C8B-F6DF400AFFF6}" dt="2026-06-05T10:30:27.253" v="5458" actId="166"/>
          <ac:cxnSpMkLst>
            <pc:docMk/>
            <pc:sldMk cId="132919723" sldId="599"/>
            <ac:cxnSpMk id="54" creationId="{4B5424BD-F296-7709-5008-1F962343D5C7}"/>
          </ac:cxnSpMkLst>
        </pc:cxnChg>
      </pc:sldChg>
      <pc:sldChg chg="delSp modSp add mod modShow modCm modNotesTx">
        <pc:chgData name="林　流生" userId="0c6a31bc-9d3e-414b-aed5-d6a7769e6317" providerId="ADAL" clId="{F9B70725-15A2-4668-9C8B-F6DF400AFFF6}" dt="2026-06-08T18:01:32.004" v="10183" actId="20577"/>
        <pc:sldMkLst>
          <pc:docMk/>
          <pc:sldMk cId="2303059288" sldId="601"/>
        </pc:sldMkLst>
        <pc:spChg chg="mod">
          <ac:chgData name="林　流生" userId="0c6a31bc-9d3e-414b-aed5-d6a7769e6317" providerId="ADAL" clId="{F9B70725-15A2-4668-9C8B-F6DF400AFFF6}" dt="2026-06-05T06:24:50.992" v="3627" actId="27636"/>
          <ac:spMkLst>
            <pc:docMk/>
            <pc:sldMk cId="2303059288" sldId="601"/>
            <ac:spMk id="3" creationId="{282DB7E9-33C8-AAE8-F6C2-8E7FB71F76D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林　流生" userId="0c6a31bc-9d3e-414b-aed5-d6a7769e6317" providerId="ADAL" clId="{F9B70725-15A2-4668-9C8B-F6DF400AFFF6}" dt="2026-06-05T05:47:32.759" v="3302" actId="20577"/>
              <pc2:cmMkLst xmlns:pc2="http://schemas.microsoft.com/office/powerpoint/2019/9/main/command">
                <pc:docMk/>
                <pc:sldMk cId="2303059288" sldId="601"/>
                <pc2:cmMk id="{5FC21F48-5EC2-49D0-AD06-675B5F523CB8}"/>
              </pc2:cmMkLst>
            </pc226:cmChg>
            <pc226:cmChg xmlns:pc226="http://schemas.microsoft.com/office/powerpoint/2022/06/main/command" chg="mod">
              <pc226:chgData name="林　流生" userId="0c6a31bc-9d3e-414b-aed5-d6a7769e6317" providerId="ADAL" clId="{F9B70725-15A2-4668-9C8B-F6DF400AFFF6}" dt="2026-06-05T05:47:32.759" v="3302" actId="20577"/>
              <pc2:cmMkLst xmlns:pc2="http://schemas.microsoft.com/office/powerpoint/2019/9/main/command">
                <pc:docMk/>
                <pc:sldMk cId="2303059288" sldId="601"/>
                <pc2:cmMk id="{B0DE157B-E8D6-4EE6-B639-FFC50AF18DDC}"/>
              </pc2:cmMkLst>
            </pc226:cmChg>
            <pc226:cmChg xmlns:pc226="http://schemas.microsoft.com/office/powerpoint/2022/06/main/command" chg="mod">
              <pc226:chgData name="林　流生" userId="0c6a31bc-9d3e-414b-aed5-d6a7769e6317" providerId="ADAL" clId="{F9B70725-15A2-4668-9C8B-F6DF400AFFF6}" dt="2026-06-05T05:47:32.759" v="3302" actId="20577"/>
              <pc2:cmMkLst xmlns:pc2="http://schemas.microsoft.com/office/powerpoint/2019/9/main/command">
                <pc:docMk/>
                <pc:sldMk cId="2303059288" sldId="601"/>
                <pc2:cmMk id="{80986C7C-A083-49F0-8CF5-C0733405C3A0}"/>
              </pc2:cmMkLst>
            </pc226:cmChg>
            <pc226:cmChg xmlns:pc226="http://schemas.microsoft.com/office/powerpoint/2022/06/main/command" chg="mod">
              <pc226:chgData name="林　流生" userId="0c6a31bc-9d3e-414b-aed5-d6a7769e6317" providerId="ADAL" clId="{F9B70725-15A2-4668-9C8B-F6DF400AFFF6}" dt="2026-06-05T05:47:32.759" v="3302" actId="20577"/>
              <pc2:cmMkLst xmlns:pc2="http://schemas.microsoft.com/office/powerpoint/2019/9/main/command">
                <pc:docMk/>
                <pc:sldMk cId="2303059288" sldId="601"/>
                <pc2:cmMk id="{BCDB808A-9FE4-46EB-BE1A-2F09FF4DC2DA}"/>
              </pc2:cmMkLst>
            </pc226:cmChg>
            <pc226:cmChg xmlns:pc226="http://schemas.microsoft.com/office/powerpoint/2022/06/main/command" chg="mod">
              <pc226:chgData name="林　流生" userId="0c6a31bc-9d3e-414b-aed5-d6a7769e6317" providerId="ADAL" clId="{F9B70725-15A2-4668-9C8B-F6DF400AFFF6}" dt="2026-06-05T06:24:50.978" v="3626" actId="20577"/>
              <pc2:cmMkLst xmlns:pc2="http://schemas.microsoft.com/office/powerpoint/2019/9/main/command">
                <pc:docMk/>
                <pc:sldMk cId="2303059288" sldId="601"/>
                <pc2:cmMk id="{863772EA-E1BA-4B76-94DF-D421D1FA7847}"/>
              </pc2:cmMkLst>
            </pc226:cmChg>
          </p:ext>
        </pc:extLst>
      </pc:sldChg>
      <pc:sldChg chg="addSp modSp add mod modCm modNotesTx">
        <pc:chgData name="林　流生" userId="0c6a31bc-9d3e-414b-aed5-d6a7769e6317" providerId="ADAL" clId="{F9B70725-15A2-4668-9C8B-F6DF400AFFF6}" dt="2026-06-08T18:02:57.773" v="10190" actId="20577"/>
        <pc:sldMkLst>
          <pc:docMk/>
          <pc:sldMk cId="3029877132" sldId="603"/>
        </pc:sldMkLst>
        <pc:spChg chg="mod">
          <ac:chgData name="林　流生" userId="0c6a31bc-9d3e-414b-aed5-d6a7769e6317" providerId="ADAL" clId="{F9B70725-15A2-4668-9C8B-F6DF400AFFF6}" dt="2026-06-05T07:11:43.659" v="3636"/>
          <ac:spMkLst>
            <pc:docMk/>
            <pc:sldMk cId="3029877132" sldId="603"/>
            <ac:spMk id="2" creationId="{1A8F3EFE-4325-1CF3-B050-AC1CC198F7DB}"/>
          </ac:spMkLst>
        </pc:spChg>
        <pc:spChg chg="mod">
          <ac:chgData name="林　流生" userId="0c6a31bc-9d3e-414b-aed5-d6a7769e6317" providerId="ADAL" clId="{F9B70725-15A2-4668-9C8B-F6DF400AFFF6}" dt="2026-06-05T07:24:03.492" v="3957" actId="20577"/>
          <ac:spMkLst>
            <pc:docMk/>
            <pc:sldMk cId="3029877132" sldId="603"/>
            <ac:spMk id="3" creationId="{915233F8-F224-3149-4A39-16C5D358269A}"/>
          </ac:spMkLst>
        </pc:spChg>
        <pc:picChg chg="add mod">
          <ac:chgData name="林　流生" userId="0c6a31bc-9d3e-414b-aed5-d6a7769e6317" providerId="ADAL" clId="{F9B70725-15A2-4668-9C8B-F6DF400AFFF6}" dt="2026-06-05T07:11:21.556" v="3634"/>
          <ac:picMkLst>
            <pc:docMk/>
            <pc:sldMk cId="3029877132" sldId="603"/>
            <ac:picMk id="4" creationId="{E48F6F9C-7BE1-BCDD-5330-B7459D2FC745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林　流生" userId="0c6a31bc-9d3e-414b-aed5-d6a7769e6317" providerId="ADAL" clId="{F9B70725-15A2-4668-9C8B-F6DF400AFFF6}" dt="2026-06-05T07:12:29.411" v="3746" actId="20577"/>
              <pc2:cmMkLst xmlns:pc2="http://schemas.microsoft.com/office/powerpoint/2019/9/main/command">
                <pc:docMk/>
                <pc:sldMk cId="3029877132" sldId="603"/>
                <pc2:cmMk id="{2716F5D1-BC30-4094-B607-1FC0B3C44A23}"/>
              </pc2:cmMkLst>
            </pc226:cmChg>
          </p:ext>
        </pc:extLst>
      </pc:sldChg>
      <pc:sldChg chg="addSp delSp modSp add mod ord modAnim modCm modNotesTx">
        <pc:chgData name="林　流生" userId="0c6a31bc-9d3e-414b-aed5-d6a7769e6317" providerId="ADAL" clId="{F9B70725-15A2-4668-9C8B-F6DF400AFFF6}" dt="2026-06-08T18:06:08.037" v="10216" actId="20577"/>
        <pc:sldMkLst>
          <pc:docMk/>
          <pc:sldMk cId="1472683462" sldId="604"/>
        </pc:sldMkLst>
        <pc:spChg chg="mod">
          <ac:chgData name="林　流生" userId="0c6a31bc-9d3e-414b-aed5-d6a7769e6317" providerId="ADAL" clId="{F9B70725-15A2-4668-9C8B-F6DF400AFFF6}" dt="2026-06-05T08:42:56.089" v="4407" actId="14100"/>
          <ac:spMkLst>
            <pc:docMk/>
            <pc:sldMk cId="1472683462" sldId="604"/>
            <ac:spMk id="3" creationId="{4870A381-3F5D-2837-CA8E-7ED6A1F903B7}"/>
          </ac:spMkLst>
        </pc:spChg>
        <pc:spChg chg="add mod">
          <ac:chgData name="林　流生" userId="0c6a31bc-9d3e-414b-aed5-d6a7769e6317" providerId="ADAL" clId="{F9B70725-15A2-4668-9C8B-F6DF400AFFF6}" dt="2026-06-05T08:44:05.440" v="4557" actId="20577"/>
          <ac:spMkLst>
            <pc:docMk/>
            <pc:sldMk cId="1472683462" sldId="604"/>
            <ac:spMk id="13" creationId="{3848F668-E044-0DF5-EE74-D07CFDA4ABE6}"/>
          </ac:spMkLst>
        </pc:spChg>
        <pc:picChg chg="add mod">
          <ac:chgData name="林　流生" userId="0c6a31bc-9d3e-414b-aed5-d6a7769e6317" providerId="ADAL" clId="{F9B70725-15A2-4668-9C8B-F6DF400AFFF6}" dt="2026-06-05T08:14:22.235" v="4398" actId="1076"/>
          <ac:picMkLst>
            <pc:docMk/>
            <pc:sldMk cId="1472683462" sldId="604"/>
            <ac:picMk id="10" creationId="{3F1A6778-727D-97BE-A034-0F3B6BA69F46}"/>
          </ac:picMkLst>
        </pc:picChg>
        <pc:picChg chg="add mod">
          <ac:chgData name="林　流生" userId="0c6a31bc-9d3e-414b-aed5-d6a7769e6317" providerId="ADAL" clId="{F9B70725-15A2-4668-9C8B-F6DF400AFFF6}" dt="2026-06-05T08:03:18.963" v="4258" actId="1076"/>
          <ac:picMkLst>
            <pc:docMk/>
            <pc:sldMk cId="1472683462" sldId="604"/>
            <ac:picMk id="11" creationId="{9B69D115-8C93-A3E5-1E47-E95F8884DC75}"/>
          </ac:picMkLst>
        </pc:picChg>
        <pc:picChg chg="add mod">
          <ac:chgData name="林　流生" userId="0c6a31bc-9d3e-414b-aed5-d6a7769e6317" providerId="ADAL" clId="{F9B70725-15A2-4668-9C8B-F6DF400AFFF6}" dt="2026-06-05T08:03:11.011" v="4256" actId="1076"/>
          <ac:picMkLst>
            <pc:docMk/>
            <pc:sldMk cId="1472683462" sldId="604"/>
            <ac:picMk id="12" creationId="{113DCC50-ED25-EA24-E38D-34099872EF90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林　流生" userId="0c6a31bc-9d3e-414b-aed5-d6a7769e6317" providerId="ADAL" clId="{F9B70725-15A2-4668-9C8B-F6DF400AFFF6}" dt="2026-06-05T08:22:49.195" v="4405" actId="20577"/>
              <pc2:cmMkLst xmlns:pc2="http://schemas.microsoft.com/office/powerpoint/2019/9/main/command">
                <pc:docMk/>
                <pc:sldMk cId="1472683462" sldId="604"/>
                <pc2:cmMk id="{9AB8E332-E3EE-45FF-95FB-994DFF846A17}"/>
              </pc2:cmMkLst>
            </pc226:cmChg>
          </p:ext>
        </pc:extLst>
      </pc:sldChg>
      <pc:sldChg chg="addSp delSp modSp add mod ord modNotesTx">
        <pc:chgData name="林　流生" userId="0c6a31bc-9d3e-414b-aed5-d6a7769e6317" providerId="ADAL" clId="{F9B70725-15A2-4668-9C8B-F6DF400AFFF6}" dt="2026-06-08T18:09:30.420" v="10232" actId="20577"/>
        <pc:sldMkLst>
          <pc:docMk/>
          <pc:sldMk cId="3884634080" sldId="607"/>
        </pc:sldMkLst>
        <pc:spChg chg="mod">
          <ac:chgData name="林　流生" userId="0c6a31bc-9d3e-414b-aed5-d6a7769e6317" providerId="ADAL" clId="{F9B70725-15A2-4668-9C8B-F6DF400AFFF6}" dt="2026-06-08T17:47:30.655" v="10179"/>
          <ac:spMkLst>
            <pc:docMk/>
            <pc:sldMk cId="3884634080" sldId="607"/>
            <ac:spMk id="3" creationId="{AF26004B-8D84-1F06-C0C0-4D8414526B02}"/>
          </ac:spMkLst>
        </pc:spChg>
        <pc:spChg chg="mod">
          <ac:chgData name="林　流生" userId="0c6a31bc-9d3e-414b-aed5-d6a7769e6317" providerId="ADAL" clId="{F9B70725-15A2-4668-9C8B-F6DF400AFFF6}" dt="2026-06-05T12:03:16.026" v="7182"/>
          <ac:spMkLst>
            <pc:docMk/>
            <pc:sldMk cId="3884634080" sldId="607"/>
            <ac:spMk id="42" creationId="{D6FCC530-9AD2-DB39-4DD0-FF1B1674AB9D}"/>
          </ac:spMkLst>
        </pc:spChg>
        <pc:spChg chg="mod">
          <ac:chgData name="林　流生" userId="0c6a31bc-9d3e-414b-aed5-d6a7769e6317" providerId="ADAL" clId="{F9B70725-15A2-4668-9C8B-F6DF400AFFF6}" dt="2026-06-05T12:03:16.026" v="7182"/>
          <ac:spMkLst>
            <pc:docMk/>
            <pc:sldMk cId="3884634080" sldId="607"/>
            <ac:spMk id="43" creationId="{D5B3BEAB-5F5A-96CA-0146-5A4B33F6C108}"/>
          </ac:spMkLst>
        </pc:spChg>
        <pc:spChg chg="mod">
          <ac:chgData name="林　流生" userId="0c6a31bc-9d3e-414b-aed5-d6a7769e6317" providerId="ADAL" clId="{F9B70725-15A2-4668-9C8B-F6DF400AFFF6}" dt="2026-06-05T12:03:16.026" v="7182"/>
          <ac:spMkLst>
            <pc:docMk/>
            <pc:sldMk cId="3884634080" sldId="607"/>
            <ac:spMk id="44" creationId="{E1758442-D14B-8883-B398-ADBD501850AB}"/>
          </ac:spMkLst>
        </pc:spChg>
        <pc:spChg chg="mod">
          <ac:chgData name="林　流生" userId="0c6a31bc-9d3e-414b-aed5-d6a7769e6317" providerId="ADAL" clId="{F9B70725-15A2-4668-9C8B-F6DF400AFFF6}" dt="2026-06-05T12:03:16.026" v="7182"/>
          <ac:spMkLst>
            <pc:docMk/>
            <pc:sldMk cId="3884634080" sldId="607"/>
            <ac:spMk id="48" creationId="{DB477558-68D5-E59E-7E9A-A84FD7832183}"/>
          </ac:spMkLst>
        </pc:spChg>
        <pc:spChg chg="mod">
          <ac:chgData name="林　流生" userId="0c6a31bc-9d3e-414b-aed5-d6a7769e6317" providerId="ADAL" clId="{F9B70725-15A2-4668-9C8B-F6DF400AFFF6}" dt="2026-06-05T12:03:16.026" v="7182"/>
          <ac:spMkLst>
            <pc:docMk/>
            <pc:sldMk cId="3884634080" sldId="607"/>
            <ac:spMk id="49" creationId="{B5B15679-CD53-F7F9-1394-D54866DB0A9D}"/>
          </ac:spMkLst>
        </pc:spChg>
        <pc:spChg chg="mod">
          <ac:chgData name="林　流生" userId="0c6a31bc-9d3e-414b-aed5-d6a7769e6317" providerId="ADAL" clId="{F9B70725-15A2-4668-9C8B-F6DF400AFFF6}" dt="2026-06-05T12:03:16.026" v="7182"/>
          <ac:spMkLst>
            <pc:docMk/>
            <pc:sldMk cId="3884634080" sldId="607"/>
            <ac:spMk id="50" creationId="{D0DC0A1C-6E6B-25B9-5C01-2D8DE1D81B9E}"/>
          </ac:spMkLst>
        </pc:spChg>
        <pc:spChg chg="mod">
          <ac:chgData name="林　流生" userId="0c6a31bc-9d3e-414b-aed5-d6a7769e6317" providerId="ADAL" clId="{F9B70725-15A2-4668-9C8B-F6DF400AFFF6}" dt="2026-06-05T12:03:16.026" v="7182"/>
          <ac:spMkLst>
            <pc:docMk/>
            <pc:sldMk cId="3884634080" sldId="607"/>
            <ac:spMk id="51" creationId="{4DD015F3-0827-EA8B-443A-AD91820A0EAF}"/>
          </ac:spMkLst>
        </pc:spChg>
        <pc:spChg chg="mod">
          <ac:chgData name="林　流生" userId="0c6a31bc-9d3e-414b-aed5-d6a7769e6317" providerId="ADAL" clId="{F9B70725-15A2-4668-9C8B-F6DF400AFFF6}" dt="2026-06-05T12:03:16.026" v="7182"/>
          <ac:spMkLst>
            <pc:docMk/>
            <pc:sldMk cId="3884634080" sldId="607"/>
            <ac:spMk id="70" creationId="{573E07E8-909F-263F-5115-2C628949C437}"/>
          </ac:spMkLst>
        </pc:spChg>
        <pc:spChg chg="mod">
          <ac:chgData name="林　流生" userId="0c6a31bc-9d3e-414b-aed5-d6a7769e6317" providerId="ADAL" clId="{F9B70725-15A2-4668-9C8B-F6DF400AFFF6}" dt="2026-06-05T12:03:16.026" v="7182"/>
          <ac:spMkLst>
            <pc:docMk/>
            <pc:sldMk cId="3884634080" sldId="607"/>
            <ac:spMk id="74" creationId="{7BD7BBC2-BB17-3F06-9D5D-110513364237}"/>
          </ac:spMkLst>
        </pc:spChg>
        <pc:spChg chg="mod">
          <ac:chgData name="林　流生" userId="0c6a31bc-9d3e-414b-aed5-d6a7769e6317" providerId="ADAL" clId="{F9B70725-15A2-4668-9C8B-F6DF400AFFF6}" dt="2026-06-05T12:03:16.026" v="7182"/>
          <ac:spMkLst>
            <pc:docMk/>
            <pc:sldMk cId="3884634080" sldId="607"/>
            <ac:spMk id="76" creationId="{19D3C9F9-A325-38D9-B8EE-9AC3CB3AF6D3}"/>
          </ac:spMkLst>
        </pc:spChg>
        <pc:spChg chg="add mod">
          <ac:chgData name="林　流生" userId="0c6a31bc-9d3e-414b-aed5-d6a7769e6317" providerId="ADAL" clId="{F9B70725-15A2-4668-9C8B-F6DF400AFFF6}" dt="2026-06-05T12:09:45.889" v="7323" actId="14100"/>
          <ac:spMkLst>
            <pc:docMk/>
            <pc:sldMk cId="3884634080" sldId="607"/>
            <ac:spMk id="78" creationId="{CDA4EBDF-58EE-7602-96CD-B1BBA015D4D2}"/>
          </ac:spMkLst>
        </pc:spChg>
        <pc:spChg chg="add mod">
          <ac:chgData name="林　流生" userId="0c6a31bc-9d3e-414b-aed5-d6a7769e6317" providerId="ADAL" clId="{F9B70725-15A2-4668-9C8B-F6DF400AFFF6}" dt="2026-06-05T12:10:05.331" v="7325" actId="14100"/>
          <ac:spMkLst>
            <pc:docMk/>
            <pc:sldMk cId="3884634080" sldId="607"/>
            <ac:spMk id="79" creationId="{3C697D82-9CB2-1A2C-6FFC-280D43E82885}"/>
          </ac:spMkLst>
        </pc:spChg>
      </pc:sldChg>
      <pc:sldChg chg="delSp modSp add del mod">
        <pc:chgData name="林　流生" userId="0c6a31bc-9d3e-414b-aed5-d6a7769e6317" providerId="ADAL" clId="{F9B70725-15A2-4668-9C8B-F6DF400AFFF6}" dt="2026-06-08T11:54:27.930" v="8745" actId="47"/>
        <pc:sldMkLst>
          <pc:docMk/>
          <pc:sldMk cId="2055171936" sldId="608"/>
        </pc:sldMkLst>
      </pc:sldChg>
      <pc:sldChg chg="addSp delSp modSp add del mod">
        <pc:chgData name="林　流生" userId="0c6a31bc-9d3e-414b-aed5-d6a7769e6317" providerId="ADAL" clId="{F9B70725-15A2-4668-9C8B-F6DF400AFFF6}" dt="2026-06-08T11:54:33.528" v="8746" actId="47"/>
        <pc:sldMkLst>
          <pc:docMk/>
          <pc:sldMk cId="3574200246" sldId="609"/>
        </pc:sldMkLst>
        <pc:spChg chg="del mod">
          <ac:chgData name="林　流生" userId="0c6a31bc-9d3e-414b-aed5-d6a7769e6317" providerId="ADAL" clId="{F9B70725-15A2-4668-9C8B-F6DF400AFFF6}" dt="2026-06-08T08:23:24.074" v="8532" actId="22"/>
          <ac:spMkLst>
            <pc:docMk/>
            <pc:sldMk cId="3574200246" sldId="609"/>
            <ac:spMk id="3" creationId="{39DE81CD-AA90-5E06-1D6A-2AEB0063A954}"/>
          </ac:spMkLst>
        </pc:spChg>
        <pc:picChg chg="add mod ord">
          <ac:chgData name="林　流生" userId="0c6a31bc-9d3e-414b-aed5-d6a7769e6317" providerId="ADAL" clId="{F9B70725-15A2-4668-9C8B-F6DF400AFFF6}" dt="2026-06-08T08:23:52.087" v="8534" actId="1076"/>
          <ac:picMkLst>
            <pc:docMk/>
            <pc:sldMk cId="3574200246" sldId="609"/>
            <ac:picMk id="5" creationId="{F9F43411-DB10-3A11-9E9C-8814E4BE921B}"/>
          </ac:picMkLst>
        </pc:picChg>
      </pc:sldChg>
      <pc:sldChg chg="addSp modSp add del mod ord">
        <pc:chgData name="林　流生" userId="0c6a31bc-9d3e-414b-aed5-d6a7769e6317" providerId="ADAL" clId="{F9B70725-15A2-4668-9C8B-F6DF400AFFF6}" dt="2026-06-08T11:54:23.714" v="8743" actId="47"/>
        <pc:sldMkLst>
          <pc:docMk/>
          <pc:sldMk cId="1344555629" sldId="610"/>
        </pc:sldMkLst>
        <pc:spChg chg="mod">
          <ac:chgData name="林　流生" userId="0c6a31bc-9d3e-414b-aed5-d6a7769e6317" providerId="ADAL" clId="{F9B70725-15A2-4668-9C8B-F6DF400AFFF6}" dt="2026-06-08T08:32:21.483" v="8735" actId="14100"/>
          <ac:spMkLst>
            <pc:docMk/>
            <pc:sldMk cId="1344555629" sldId="610"/>
            <ac:spMk id="3" creationId="{7EFCE9F2-9829-5458-3DE4-90229B34BBE4}"/>
          </ac:spMkLst>
        </pc:spChg>
        <pc:spChg chg="add mod">
          <ac:chgData name="林　流生" userId="0c6a31bc-9d3e-414b-aed5-d6a7769e6317" providerId="ADAL" clId="{F9B70725-15A2-4668-9C8B-F6DF400AFFF6}" dt="2026-06-08T08:32:15.004" v="8734" actId="1076"/>
          <ac:spMkLst>
            <pc:docMk/>
            <pc:sldMk cId="1344555629" sldId="610"/>
            <ac:spMk id="4" creationId="{9EDFC687-3679-E682-9185-00CECD2E0F9B}"/>
          </ac:spMkLst>
        </pc:spChg>
        <pc:spChg chg="add mod">
          <ac:chgData name="林　流生" userId="0c6a31bc-9d3e-414b-aed5-d6a7769e6317" providerId="ADAL" clId="{F9B70725-15A2-4668-9C8B-F6DF400AFFF6}" dt="2026-06-08T08:32:27.317" v="8736" actId="571"/>
          <ac:spMkLst>
            <pc:docMk/>
            <pc:sldMk cId="1344555629" sldId="610"/>
            <ac:spMk id="5" creationId="{D7AEC8E0-78ED-3559-DC36-DE64A697ADD7}"/>
          </ac:spMkLst>
        </pc:spChg>
      </pc:sldChg>
      <pc:sldChg chg="add del">
        <pc:chgData name="林　流生" userId="0c6a31bc-9d3e-414b-aed5-d6a7769e6317" providerId="ADAL" clId="{F9B70725-15A2-4668-9C8B-F6DF400AFFF6}" dt="2026-06-08T08:23:12.165" v="8531"/>
        <pc:sldMkLst>
          <pc:docMk/>
          <pc:sldMk cId="2952189482" sldId="610"/>
        </pc:sldMkLst>
      </pc:sldChg>
      <pc:sldChg chg="add modNotesTx">
        <pc:chgData name="林　流生" userId="0c6a31bc-9d3e-414b-aed5-d6a7769e6317" providerId="ADAL" clId="{F9B70725-15A2-4668-9C8B-F6DF400AFFF6}" dt="2026-06-08T18:15:45.974" v="10272" actId="20577"/>
        <pc:sldMkLst>
          <pc:docMk/>
          <pc:sldMk cId="1563246333" sldId="611"/>
        </pc:sldMkLst>
      </pc:sldChg>
      <pc:sldChg chg="add del">
        <pc:chgData name="林　流生" userId="0c6a31bc-9d3e-414b-aed5-d6a7769e6317" providerId="ADAL" clId="{F9B70725-15A2-4668-9C8B-F6DF400AFFF6}" dt="2026-06-08T08:27:41.714" v="8569"/>
        <pc:sldMkLst>
          <pc:docMk/>
          <pc:sldMk cId="2225011717" sldId="611"/>
        </pc:sldMkLst>
      </pc:sldChg>
      <pc:sldChg chg="add del">
        <pc:chgData name="林　流生" userId="0c6a31bc-9d3e-414b-aed5-d6a7769e6317" providerId="ADAL" clId="{F9B70725-15A2-4668-9C8B-F6DF400AFFF6}" dt="2026-06-08T08:27:37.165" v="8567"/>
        <pc:sldMkLst>
          <pc:docMk/>
          <pc:sldMk cId="4155214253" sldId="611"/>
        </pc:sldMkLst>
      </pc:sldChg>
      <pc:sldChg chg="modSp add mod modNotesTx">
        <pc:chgData name="林　流生" userId="0c6a31bc-9d3e-414b-aed5-d6a7769e6317" providerId="ADAL" clId="{F9B70725-15A2-4668-9C8B-F6DF400AFFF6}" dt="2026-06-08T18:19:21.737" v="10476" actId="20577"/>
        <pc:sldMkLst>
          <pc:docMk/>
          <pc:sldMk cId="609235806" sldId="612"/>
        </pc:sldMkLst>
        <pc:spChg chg="mod">
          <ac:chgData name="林　流生" userId="0c6a31bc-9d3e-414b-aed5-d6a7769e6317" providerId="ADAL" clId="{F9B70725-15A2-4668-9C8B-F6DF400AFFF6}" dt="2026-06-08T16:07:40.154" v="8759" actId="1076"/>
          <ac:spMkLst>
            <pc:docMk/>
            <pc:sldMk cId="609235806" sldId="612"/>
            <ac:spMk id="3" creationId="{EB998928-BABC-4820-5AA5-E79B2FA0A712}"/>
          </ac:spMkLst>
        </pc:spChg>
      </pc:sldChg>
      <pc:sldChg chg="addSp modSp add mod modNotesTx">
        <pc:chgData name="林　流生" userId="0c6a31bc-9d3e-414b-aed5-d6a7769e6317" providerId="ADAL" clId="{F9B70725-15A2-4668-9C8B-F6DF400AFFF6}" dt="2026-06-08T18:19:35.348" v="10478" actId="20577"/>
        <pc:sldMkLst>
          <pc:docMk/>
          <pc:sldMk cId="1559125767" sldId="613"/>
        </pc:sldMkLst>
        <pc:spChg chg="add mod">
          <ac:chgData name="林　流生" userId="0c6a31bc-9d3e-414b-aed5-d6a7769e6317" providerId="ADAL" clId="{F9B70725-15A2-4668-9C8B-F6DF400AFFF6}" dt="2026-06-08T16:25:48.316" v="9256" actId="20577"/>
          <ac:spMkLst>
            <pc:docMk/>
            <pc:sldMk cId="1559125767" sldId="613"/>
            <ac:spMk id="3" creationId="{FF01B949-FF99-6D01-5E3B-89779EF433A9}"/>
          </ac:spMkLst>
        </pc:spChg>
      </pc:sldChg>
      <pc:sldChg chg="addSp delSp modSp add mod modNotesTx">
        <pc:chgData name="林　流生" userId="0c6a31bc-9d3e-414b-aed5-d6a7769e6317" providerId="ADAL" clId="{F9B70725-15A2-4668-9C8B-F6DF400AFFF6}" dt="2026-06-08T18:32:31.025" v="10525" actId="20577"/>
        <pc:sldMkLst>
          <pc:docMk/>
          <pc:sldMk cId="4005262150" sldId="614"/>
        </pc:sldMkLst>
        <pc:spChg chg="mod">
          <ac:chgData name="林　流生" userId="0c6a31bc-9d3e-414b-aed5-d6a7769e6317" providerId="ADAL" clId="{F9B70725-15A2-4668-9C8B-F6DF400AFFF6}" dt="2026-06-08T16:16:54.800" v="8912" actId="20577"/>
          <ac:spMkLst>
            <pc:docMk/>
            <pc:sldMk cId="4005262150" sldId="614"/>
            <ac:spMk id="3" creationId="{CDB30060-1DE8-BCD2-375E-F987359956E5}"/>
          </ac:spMkLst>
        </pc:spChg>
        <pc:spChg chg="add del mod">
          <ac:chgData name="林　流生" userId="0c6a31bc-9d3e-414b-aed5-d6a7769e6317" providerId="ADAL" clId="{F9B70725-15A2-4668-9C8B-F6DF400AFFF6}" dt="2026-06-08T16:06:42.273" v="8756" actId="478"/>
          <ac:spMkLst>
            <pc:docMk/>
            <pc:sldMk cId="4005262150" sldId="614"/>
            <ac:spMk id="4" creationId="{35E6D760-DBC2-3E76-1065-52C976F6ACF4}"/>
          </ac:spMkLst>
        </pc:spChg>
        <pc:spChg chg="add mod">
          <ac:chgData name="林　流生" userId="0c6a31bc-9d3e-414b-aed5-d6a7769e6317" providerId="ADAL" clId="{F9B70725-15A2-4668-9C8B-F6DF400AFFF6}" dt="2026-06-08T16:14:28.145" v="8841" actId="14100"/>
          <ac:spMkLst>
            <pc:docMk/>
            <pc:sldMk cId="4005262150" sldId="614"/>
            <ac:spMk id="6" creationId="{DFAD9039-A485-7F98-CC8A-81CFF65D8F23}"/>
          </ac:spMkLst>
        </pc:spChg>
        <pc:spChg chg="add mod">
          <ac:chgData name="林　流生" userId="0c6a31bc-9d3e-414b-aed5-d6a7769e6317" providerId="ADAL" clId="{F9B70725-15A2-4668-9C8B-F6DF400AFFF6}" dt="2026-06-08T16:16:03.487" v="8896" actId="207"/>
          <ac:spMkLst>
            <pc:docMk/>
            <pc:sldMk cId="4005262150" sldId="614"/>
            <ac:spMk id="7" creationId="{0816BB52-F38F-2E29-0E7A-810DB9A045E4}"/>
          </ac:spMkLst>
        </pc:spChg>
        <pc:spChg chg="add mod">
          <ac:chgData name="林　流生" userId="0c6a31bc-9d3e-414b-aed5-d6a7769e6317" providerId="ADAL" clId="{F9B70725-15A2-4668-9C8B-F6DF400AFFF6}" dt="2026-06-08T16:17:53.202" v="8926" actId="1076"/>
          <ac:spMkLst>
            <pc:docMk/>
            <pc:sldMk cId="4005262150" sldId="614"/>
            <ac:spMk id="8" creationId="{001B8EA5-8281-EC28-86CC-7E3135D1FB94}"/>
          </ac:spMkLst>
        </pc:spChg>
        <pc:spChg chg="add mod">
          <ac:chgData name="林　流生" userId="0c6a31bc-9d3e-414b-aed5-d6a7769e6317" providerId="ADAL" clId="{F9B70725-15A2-4668-9C8B-F6DF400AFFF6}" dt="2026-06-08T16:17:58.170" v="8930" actId="20577"/>
          <ac:spMkLst>
            <pc:docMk/>
            <pc:sldMk cId="4005262150" sldId="614"/>
            <ac:spMk id="9" creationId="{19E3FE35-03EA-FAB5-3222-38BD3B55D082}"/>
          </ac:spMkLst>
        </pc:spChg>
        <pc:spChg chg="add mod">
          <ac:chgData name="林　流生" userId="0c6a31bc-9d3e-414b-aed5-d6a7769e6317" providerId="ADAL" clId="{F9B70725-15A2-4668-9C8B-F6DF400AFFF6}" dt="2026-06-08T16:18:01.081" v="8934" actId="20577"/>
          <ac:spMkLst>
            <pc:docMk/>
            <pc:sldMk cId="4005262150" sldId="614"/>
            <ac:spMk id="10" creationId="{51F98651-4304-54A1-09F8-FD75266D6D55}"/>
          </ac:spMkLst>
        </pc:spChg>
        <pc:picChg chg="mod">
          <ac:chgData name="林　流生" userId="0c6a31bc-9d3e-414b-aed5-d6a7769e6317" providerId="ADAL" clId="{F9B70725-15A2-4668-9C8B-F6DF400AFFF6}" dt="2026-06-08T16:16:17.731" v="8898" actId="14100"/>
          <ac:picMkLst>
            <pc:docMk/>
            <pc:sldMk cId="4005262150" sldId="614"/>
            <ac:picMk id="5" creationId="{68E31D88-FA96-3DBF-8161-1174BC749226}"/>
          </ac:picMkLst>
        </pc:picChg>
      </pc:sldChg>
      <pc:sldChg chg="addSp delSp modSp add mod modNotesTx">
        <pc:chgData name="林　流生" userId="0c6a31bc-9d3e-414b-aed5-d6a7769e6317" providerId="ADAL" clId="{F9B70725-15A2-4668-9C8B-F6DF400AFFF6}" dt="2026-06-08T18:21:26.368" v="10488" actId="20577"/>
        <pc:sldMkLst>
          <pc:docMk/>
          <pc:sldMk cId="3701197834" sldId="615"/>
        </pc:sldMkLst>
        <pc:spChg chg="add del mod">
          <ac:chgData name="林　流生" userId="0c6a31bc-9d3e-414b-aed5-d6a7769e6317" providerId="ADAL" clId="{F9B70725-15A2-4668-9C8B-F6DF400AFFF6}" dt="2026-06-08T16:21:56.159" v="8936" actId="21"/>
          <ac:spMkLst>
            <pc:docMk/>
            <pc:sldMk cId="3701197834" sldId="615"/>
            <ac:spMk id="3" creationId="{FF01B949-FF99-6D01-5E3B-89779EF433A9}"/>
          </ac:spMkLst>
        </pc:spChg>
        <pc:spChg chg="mod">
          <ac:chgData name="林　流生" userId="0c6a31bc-9d3e-414b-aed5-d6a7769e6317" providerId="ADAL" clId="{F9B70725-15A2-4668-9C8B-F6DF400AFFF6}" dt="2026-06-08T16:32:18.855" v="9507" actId="20577"/>
          <ac:spMkLst>
            <pc:docMk/>
            <pc:sldMk cId="3701197834" sldId="615"/>
            <ac:spMk id="8" creationId="{2A5591E9-CAF6-EEDB-FACD-32C90CD25F7B}"/>
          </ac:spMkLst>
        </pc:spChg>
      </pc:sldChg>
      <pc:sldChg chg="addSp delSp modSp new mod ord">
        <pc:chgData name="林　流生" userId="0c6a31bc-9d3e-414b-aed5-d6a7769e6317" providerId="ADAL" clId="{F9B70725-15A2-4668-9C8B-F6DF400AFFF6}" dt="2026-06-09T03:27:37.763" v="10595" actId="20577"/>
        <pc:sldMkLst>
          <pc:docMk/>
          <pc:sldMk cId="3258402388" sldId="616"/>
        </pc:sldMkLst>
        <pc:spChg chg="mod">
          <ac:chgData name="林　流生" userId="0c6a31bc-9d3e-414b-aed5-d6a7769e6317" providerId="ADAL" clId="{F9B70725-15A2-4668-9C8B-F6DF400AFFF6}" dt="2026-06-09T03:25:17.703" v="10554" actId="20577"/>
          <ac:spMkLst>
            <pc:docMk/>
            <pc:sldMk cId="3258402388" sldId="616"/>
            <ac:spMk id="2" creationId="{85006CE2-BA72-56C7-85D6-ACF4183A6388}"/>
          </ac:spMkLst>
        </pc:spChg>
        <pc:spChg chg="del">
          <ac:chgData name="林　流生" userId="0c6a31bc-9d3e-414b-aed5-d6a7769e6317" providerId="ADAL" clId="{F9B70725-15A2-4668-9C8B-F6DF400AFFF6}" dt="2026-06-09T03:25:34.491" v="10558" actId="478"/>
          <ac:spMkLst>
            <pc:docMk/>
            <pc:sldMk cId="3258402388" sldId="616"/>
            <ac:spMk id="3" creationId="{18102F0A-216A-7060-8EF9-EFA2CE4B3206}"/>
          </ac:spMkLst>
        </pc:spChg>
        <pc:spChg chg="add mod">
          <ac:chgData name="林　流生" userId="0c6a31bc-9d3e-414b-aed5-d6a7769e6317" providerId="ADAL" clId="{F9B70725-15A2-4668-9C8B-F6DF400AFFF6}" dt="2026-06-09T03:27:37.763" v="10595" actId="20577"/>
          <ac:spMkLst>
            <pc:docMk/>
            <pc:sldMk cId="3258402388" sldId="616"/>
            <ac:spMk id="4" creationId="{46335993-65CB-92CF-258F-AD4355A646A7}"/>
          </ac:spMkLst>
        </pc:spChg>
      </pc:sldChg>
      <pc:sldChg chg="new">
        <pc:chgData name="林　流生" userId="0c6a31bc-9d3e-414b-aed5-d6a7769e6317" providerId="ADAL" clId="{F9B70725-15A2-4668-9C8B-F6DF400AFFF6}" dt="2026-06-09T03:27:57.326" v="10596" actId="680"/>
        <pc:sldMkLst>
          <pc:docMk/>
          <pc:sldMk cId="4111711637" sldId="617"/>
        </pc:sldMkLst>
      </pc:sldChg>
    </pc:docChg>
  </pc:docChgLst>
  <pc:docChgLst>
    <pc:chgData name="林　流生" userId="S::cnt14111@ict.nitech.ac.jp::0c6a31bc-9d3e-414b-aed5-d6a7769e6317" providerId="AD" clId="Web-{411C2921-C620-C28D-391D-FB4BFAC286D0}"/>
    <pc:docChg chg="modSld">
      <pc:chgData name="林　流生" userId="S::cnt14111@ict.nitech.ac.jp::0c6a31bc-9d3e-414b-aed5-d6a7769e6317" providerId="AD" clId="Web-{411C2921-C620-C28D-391D-FB4BFAC286D0}" dt="2026-05-18T14:38:53.547" v="7" actId="20577"/>
      <pc:docMkLst>
        <pc:docMk/>
      </pc:docMkLst>
      <pc:sldChg chg="modSp modCm">
        <pc:chgData name="林　流生" userId="S::cnt14111@ict.nitech.ac.jp::0c6a31bc-9d3e-414b-aed5-d6a7769e6317" providerId="AD" clId="Web-{411C2921-C620-C28D-391D-FB4BFAC286D0}" dt="2026-05-18T14:11:00.255" v="2" actId="20577"/>
        <pc:sldMkLst>
          <pc:docMk/>
          <pc:sldMk cId="2920277727" sldId="588"/>
        </pc:sldMkLst>
        <pc:spChg chg="mod">
          <ac:chgData name="林　流生" userId="S::cnt14111@ict.nitech.ac.jp::0c6a31bc-9d3e-414b-aed5-d6a7769e6317" providerId="AD" clId="Web-{411C2921-C620-C28D-391D-FB4BFAC286D0}" dt="2026-05-18T14:11:00.255" v="2" actId="20577"/>
          <ac:spMkLst>
            <pc:docMk/>
            <pc:sldMk cId="2920277727" sldId="588"/>
            <ac:spMk id="3" creationId="{5933421F-CB10-29F6-CE05-35B38C48EC2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林　流生" userId="S::cnt14111@ict.nitech.ac.jp::0c6a31bc-9d3e-414b-aed5-d6a7769e6317" providerId="AD" clId="Web-{411C2921-C620-C28D-391D-FB4BFAC286D0}" dt="2026-05-18T14:10:04.394" v="1" actId="20577"/>
              <pc2:cmMkLst xmlns:pc2="http://schemas.microsoft.com/office/powerpoint/2019/9/main/command">
                <pc:docMk/>
                <pc:sldMk cId="2920277727" sldId="588"/>
                <pc2:cmMk id="{5C68315B-E58C-4421-9BC3-06BB2F9CB559}"/>
              </pc2:cmMkLst>
            </pc226:cmChg>
            <pc226:cmChg xmlns:pc226="http://schemas.microsoft.com/office/powerpoint/2022/06/main/command" chg="mod">
              <pc226:chgData name="林　流生" userId="S::cnt14111@ict.nitech.ac.jp::0c6a31bc-9d3e-414b-aed5-d6a7769e6317" providerId="AD" clId="Web-{411C2921-C620-C28D-391D-FB4BFAC286D0}" dt="2026-05-18T14:10:04.394" v="1" actId="20577"/>
              <pc2:cmMkLst xmlns:pc2="http://schemas.microsoft.com/office/powerpoint/2019/9/main/command">
                <pc:docMk/>
                <pc:sldMk cId="2920277727" sldId="588"/>
                <pc2:cmMk id="{50EDC3E6-4986-4CD0-8EBB-81A5A0FDDA33}"/>
              </pc2:cmMkLst>
            </pc226:cmChg>
          </p:ext>
        </pc:extLst>
      </pc:sldChg>
      <pc:sldChg chg="modSp modCm">
        <pc:chgData name="林　流生" userId="S::cnt14111@ict.nitech.ac.jp::0c6a31bc-9d3e-414b-aed5-d6a7769e6317" providerId="AD" clId="Web-{411C2921-C620-C28D-391D-FB4BFAC286D0}" dt="2026-05-18T14:38:53.547" v="7" actId="20577"/>
        <pc:sldMkLst>
          <pc:docMk/>
          <pc:sldMk cId="3155830050" sldId="591"/>
        </pc:sldMkLst>
        <pc:spChg chg="mod">
          <ac:chgData name="林　流生" userId="S::cnt14111@ict.nitech.ac.jp::0c6a31bc-9d3e-414b-aed5-d6a7769e6317" providerId="AD" clId="Web-{411C2921-C620-C28D-391D-FB4BFAC286D0}" dt="2026-05-18T14:38:53.547" v="7" actId="20577"/>
          <ac:spMkLst>
            <pc:docMk/>
            <pc:sldMk cId="3155830050" sldId="591"/>
            <ac:spMk id="3" creationId="{D9760A56-690A-B094-76E3-4D7D888E405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林　流生" userId="S::cnt14111@ict.nitech.ac.jp::0c6a31bc-9d3e-414b-aed5-d6a7769e6317" providerId="AD" clId="Web-{411C2921-C620-C28D-391D-FB4BFAC286D0}" dt="2026-05-18T14:31:52.898" v="5" actId="20577"/>
              <pc2:cmMkLst xmlns:pc2="http://schemas.microsoft.com/office/powerpoint/2019/9/main/command">
                <pc:docMk/>
                <pc:sldMk cId="3155830050" sldId="591"/>
                <pc2:cmMk id="{DA6C6A8E-099A-4F9F-AA3F-E85811A2B0DA}"/>
              </pc2:cmMkLst>
            </pc226:cmChg>
            <pc226:cmChg xmlns:pc226="http://schemas.microsoft.com/office/powerpoint/2022/06/main/command" chg="mod">
              <pc226:chgData name="林　流生" userId="S::cnt14111@ict.nitech.ac.jp::0c6a31bc-9d3e-414b-aed5-d6a7769e6317" providerId="AD" clId="Web-{411C2921-C620-C28D-391D-FB4BFAC286D0}" dt="2026-05-18T14:31:52.898" v="5" actId="20577"/>
              <pc2:cmMkLst xmlns:pc2="http://schemas.microsoft.com/office/powerpoint/2019/9/main/command">
                <pc:docMk/>
                <pc:sldMk cId="3155830050" sldId="591"/>
                <pc2:cmMk id="{2FF4D995-A1CD-4EB0-A8E7-C1AAC2A6A8A5}"/>
              </pc2:cmMkLst>
            </pc226:cmChg>
            <pc226:cmChg xmlns:pc226="http://schemas.microsoft.com/office/powerpoint/2022/06/main/command" chg="mod">
              <pc226:chgData name="林　流生" userId="S::cnt14111@ict.nitech.ac.jp::0c6a31bc-9d3e-414b-aed5-d6a7769e6317" providerId="AD" clId="Web-{411C2921-C620-C28D-391D-FB4BFAC286D0}" dt="2026-05-18T14:31:52.898" v="5" actId="20577"/>
              <pc2:cmMkLst xmlns:pc2="http://schemas.microsoft.com/office/powerpoint/2019/9/main/command">
                <pc:docMk/>
                <pc:sldMk cId="3155830050" sldId="591"/>
                <pc2:cmMk id="{685B5DBA-A8E8-4619-8C0A-1B8AFF6E2F74}"/>
              </pc2:cmMkLst>
            </pc226:cmChg>
          </p:ext>
        </pc:ext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F7505739-693F-3C48-BFD7-4E4EEC87CBB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F736CAC-DE6E-BA4C-96D5-9971FE9E1A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9256CF-36B1-D64A-ACED-593CAAC55978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FD643C2-3603-1548-A1A4-C2212C31CE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FD9851D-16FE-3644-9994-769FC5BDDA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3BB79-C952-2C45-9A87-911C57D5AA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54733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D69156-6479-6D49-9AC8-8774975BA025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2C7F70-B611-5642-8785-CE3F919C17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9370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0" y="1531440"/>
            <a:ext cx="1219200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292800" y="4011115"/>
            <a:ext cx="11606400" cy="2217600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latin typeface="+mj-lt"/>
                <a:ea typeface="+mj-ea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32507" y="1263316"/>
            <a:ext cx="11578443" cy="5594684"/>
          </a:xfrm>
        </p:spPr>
        <p:txBody>
          <a:bodyPr/>
          <a:lstStyle>
            <a:lvl1pPr>
              <a:defRPr baseline="0">
                <a:latin typeface="+mn-lt"/>
                <a:ea typeface="+mn-ea"/>
              </a:defRPr>
            </a:lvl1pPr>
            <a:lvl2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defRPr>
            </a:lvl2pPr>
            <a:lvl3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defRPr>
            </a:lvl3pPr>
            <a:lvl4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defRPr>
            </a:lvl4pPr>
            <a:lvl5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332507" y="1263316"/>
            <a:ext cx="5687293" cy="559468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263316"/>
            <a:ext cx="5738750" cy="559468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332508" y="1263316"/>
            <a:ext cx="5687292" cy="823912"/>
          </a:xfrm>
        </p:spPr>
        <p:txBody>
          <a:bodyPr anchor="ctr">
            <a:normAutofit/>
          </a:bodyPr>
          <a:lstStyle>
            <a:lvl1pPr marL="0" indent="0">
              <a:buNone/>
              <a:defRPr sz="2800" b="1" baseline="0">
                <a:latin typeface="+mj-lt"/>
                <a:ea typeface="+mj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332508" y="2087228"/>
            <a:ext cx="5687292" cy="477077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263316"/>
            <a:ext cx="5738750" cy="807949"/>
          </a:xfrm>
        </p:spPr>
        <p:txBody>
          <a:bodyPr anchor="ctr">
            <a:normAutofit/>
          </a:bodyPr>
          <a:lstStyle>
            <a:lvl1pPr marL="0" indent="0">
              <a:buNone/>
              <a:defRPr sz="2800" b="1" baseline="0">
                <a:latin typeface="+mj-lt"/>
                <a:ea typeface="+mj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071264"/>
            <a:ext cx="5738750" cy="478939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32507" y="136526"/>
            <a:ext cx="11578443" cy="753812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6612" y="100965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870575"/>
          </a:xfrm>
        </p:spPr>
        <p:txBody>
          <a:bodyPr/>
          <a:lstStyle>
            <a:lvl1pPr>
              <a:defRPr sz="32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609850"/>
            <a:ext cx="3932237" cy="42481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332507" y="136525"/>
            <a:ext cx="11578443" cy="7538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332507" y="1263316"/>
            <a:ext cx="11578443" cy="49136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BF8342B4-81C4-D74B-B692-99C834C647AE}"/>
              </a:ext>
            </a:extLst>
          </p:cNvPr>
          <p:cNvSpPr/>
          <p:nvPr userDrawn="1"/>
        </p:nvSpPr>
        <p:spPr>
          <a:xfrm>
            <a:off x="332508" y="926905"/>
            <a:ext cx="3877935" cy="94373"/>
          </a:xfrm>
          <a:prstGeom prst="rect">
            <a:avLst/>
          </a:prstGeom>
          <a:solidFill>
            <a:srgbClr val="4E67C8"/>
          </a:solidFill>
          <a:ln w="12700" cap="rnd" cmpd="sng" algn="ctr">
            <a:noFill/>
            <a:prstDash val="solid"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D80F47C8-4BD4-E44D-8E0E-D0F6ED442292}"/>
              </a:ext>
            </a:extLst>
          </p:cNvPr>
          <p:cNvSpPr/>
          <p:nvPr userDrawn="1"/>
        </p:nvSpPr>
        <p:spPr>
          <a:xfrm>
            <a:off x="8033016" y="926905"/>
            <a:ext cx="3877935" cy="94373"/>
          </a:xfrm>
          <a:prstGeom prst="rect">
            <a:avLst/>
          </a:prstGeom>
          <a:solidFill>
            <a:srgbClr val="5DCEAF"/>
          </a:solidFill>
          <a:ln w="12700" cap="rnd" cmpd="sng" algn="ctr">
            <a:noFill/>
            <a:prstDash val="solid"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96D724F1-C9B6-6245-A48A-4007FA965F3B}"/>
              </a:ext>
            </a:extLst>
          </p:cNvPr>
          <p:cNvSpPr/>
          <p:nvPr userDrawn="1"/>
        </p:nvSpPr>
        <p:spPr>
          <a:xfrm>
            <a:off x="4199476" y="926905"/>
            <a:ext cx="3833540" cy="94373"/>
          </a:xfrm>
          <a:prstGeom prst="rect">
            <a:avLst/>
          </a:prstGeom>
          <a:solidFill>
            <a:srgbClr val="5ECCF3"/>
          </a:solidFill>
          <a:ln w="12700" cap="rnd" cmpd="sng" algn="ctr">
            <a:noFill/>
            <a:prstDash val="solid"/>
          </a:ln>
          <a:effectLst/>
        </p:spPr>
        <p:txBody>
          <a:bodyPr/>
          <a:lstStyle/>
          <a:p>
            <a:endParaRPr lang="ja-JP" altLang="en-US"/>
          </a:p>
        </p:txBody>
      </p:sp>
      <p:pic>
        <p:nvPicPr>
          <p:cNvPr id="13" name="図 12" descr="建物, ウィンドウ が含まれている画像&#10;&#10;自動的に生成された説明">
            <a:extLst>
              <a:ext uri="{FF2B5EF4-FFF2-40B4-BE49-F238E27FC236}">
                <a16:creationId xmlns:a16="http://schemas.microsoft.com/office/drawing/2014/main" id="{4476468F-2B4A-4544-B6C9-EBBE9EAD63B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8455" y="182183"/>
            <a:ext cx="662495" cy="66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000" b="1" i="0" kern="1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11150" indent="-31115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n"/>
        <a:tabLst/>
        <a:defRPr kumimoji="1" sz="2800" b="0" i="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34988" indent="-17621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kumimoji="1" sz="2400" b="0" i="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893763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kumimoji="1" sz="2400" b="0" i="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47775" indent="-177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kumimoji="1" sz="2400" b="0" i="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622425" indent="-17621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kumimoji="1" sz="2400" b="0" i="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b="0" dirty="0"/>
              <a:t>オンライン処理とは（本研究の設定）</a:t>
            </a:r>
          </a:p>
        </p:txBody>
      </p:sp>
      <p:sp>
        <p:nvSpPr>
          <p:cNvPr id="3" name="過去の領域"/>
          <p:cNvSpPr/>
          <p:nvPr/>
        </p:nvSpPr>
        <p:spPr>
          <a:xfrm>
            <a:off x="1920240" y="1490472"/>
            <a:ext cx="3794760" cy="8595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/>
            <a:endParaRPr lang="ja-JP" sz="1400"/>
          </a:p>
        </p:txBody>
      </p:sp>
      <p:sp>
        <p:nvSpPr>
          <p:cNvPr id="4" name="過去ラベル"/>
          <p:cNvSpPr txBox="1"/>
          <p:nvPr/>
        </p:nvSpPr>
        <p:spPr>
          <a:xfrm>
            <a:off x="1920240" y="1115568"/>
            <a:ext cx="3931920" cy="329184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400" b="1" dirty="0">
                <a:solidFill>
                  <a:srgbClr val="C00000"/>
                </a:solidFill>
              </a:rPr>
              <a:t>処理済みのchunk：見返せない</a:t>
            </a:r>
          </a:p>
        </p:txBody>
      </p:sp>
      <p:sp>
        <p:nvSpPr>
          <p:cNvPr id="5" name="現在ラベル"/>
          <p:cNvSpPr txBox="1"/>
          <p:nvPr/>
        </p:nvSpPr>
        <p:spPr>
          <a:xfrm>
            <a:off x="7086600" y="1115568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400" b="1" dirty="0">
                <a:solidFill>
                  <a:srgbClr val="4472C4"/>
                </a:solidFill>
              </a:rPr>
              <a:t>現在処理中</a:t>
            </a:r>
          </a:p>
        </p:txBody>
      </p:sp>
      <p:sp>
        <p:nvSpPr>
          <p:cNvPr id="6" name="未来ラベル"/>
          <p:cNvSpPr txBox="1"/>
          <p:nvPr/>
        </p:nvSpPr>
        <p:spPr>
          <a:xfrm>
            <a:off x="9646920" y="1115568"/>
            <a:ext cx="2240280" cy="329184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400" b="1" dirty="0">
                <a:solidFill>
                  <a:srgbClr val="7F7F7F"/>
                </a:solidFill>
              </a:rPr>
              <a:t>未到着：まだ見えない</a:t>
            </a:r>
          </a:p>
        </p:txBody>
      </p:sp>
      <p:sp>
        <p:nvSpPr>
          <p:cNvPr id="7" name="chunk 1"/>
          <p:cNvSpPr/>
          <p:nvPr/>
        </p:nvSpPr>
        <p:spPr>
          <a:xfrm>
            <a:off x="2057400" y="1600200"/>
            <a:ext cx="914400" cy="640080"/>
          </a:xfrm>
          <a:prstGeom prst="rect">
            <a:avLst/>
          </a:prstGeom>
          <a:solidFill>
            <a:srgbClr val="EDEDED"/>
          </a:solidFill>
          <a:ln w="19050">
            <a:solidFill>
              <a:srgbClr val="A6A6A6"/>
            </a:solidFill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/>
            <a:r>
              <a:rPr lang="ja-JP" altLang="en-US" sz="1400" b="0" dirty="0">
                <a:solidFill>
                  <a:srgbClr val="7F7F7F"/>
                </a:solidFill>
              </a:rPr>
              <a:t>chunk 1</a:t>
            </a:r>
          </a:p>
        </p:txBody>
      </p:sp>
      <p:sp>
        <p:nvSpPr>
          <p:cNvPr id="8" name="chunk 1 見返し不可"/>
          <p:cNvSpPr txBox="1"/>
          <p:nvPr/>
        </p:nvSpPr>
        <p:spPr>
          <a:xfrm>
            <a:off x="2679192" y="152704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2000" b="1" dirty="0">
                <a:solidFill>
                  <a:srgbClr val="C00000"/>
                </a:solidFill>
              </a:rPr>
              <a:t>✕</a:t>
            </a:r>
          </a:p>
        </p:txBody>
      </p:sp>
      <p:cxnSp>
        <p:nvCxnSpPr>
          <p:cNvPr id="9" name="chunk 1→VLM"/>
          <p:cNvCxnSpPr/>
          <p:nvPr/>
        </p:nvCxnSpPr>
        <p:spPr>
          <a:xfrm>
            <a:off x="2514600" y="2240280"/>
            <a:ext cx="0" cy="548640"/>
          </a:xfrm>
          <a:prstGeom prst="straightConnector1">
            <a:avLst/>
          </a:prstGeom>
          <a:ln w="19050">
            <a:solidFill>
              <a:srgbClr val="A6A6A6"/>
            </a:solidFill>
            <a:tailEnd type="triangle" w="med" len="med"/>
          </a:ln>
        </p:spPr>
      </p:cxnSp>
      <p:sp>
        <p:nvSpPr>
          <p:cNvPr id="10" name="chunk 2"/>
          <p:cNvSpPr/>
          <p:nvPr/>
        </p:nvSpPr>
        <p:spPr>
          <a:xfrm>
            <a:off x="4663440" y="1600200"/>
            <a:ext cx="914400" cy="640080"/>
          </a:xfrm>
          <a:prstGeom prst="rect">
            <a:avLst/>
          </a:prstGeom>
          <a:solidFill>
            <a:srgbClr val="EDEDED"/>
          </a:solidFill>
          <a:ln w="19050">
            <a:solidFill>
              <a:srgbClr val="A6A6A6"/>
            </a:solidFill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/>
            <a:r>
              <a:rPr lang="ja-JP" altLang="en-US" sz="1400" b="0" dirty="0">
                <a:solidFill>
                  <a:srgbClr val="7F7F7F"/>
                </a:solidFill>
              </a:rPr>
              <a:t>chunk 2</a:t>
            </a:r>
          </a:p>
        </p:txBody>
      </p:sp>
      <p:sp>
        <p:nvSpPr>
          <p:cNvPr id="11" name="chunk 2 見返し不可"/>
          <p:cNvSpPr txBox="1"/>
          <p:nvPr/>
        </p:nvSpPr>
        <p:spPr>
          <a:xfrm>
            <a:off x="5285232" y="152704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2000" b="1" dirty="0">
                <a:solidFill>
                  <a:srgbClr val="C00000"/>
                </a:solidFill>
              </a:rPr>
              <a:t>✕</a:t>
            </a:r>
          </a:p>
        </p:txBody>
      </p:sp>
      <p:cxnSp>
        <p:nvCxnSpPr>
          <p:cNvPr id="12" name="chunk 2→VLM"/>
          <p:cNvCxnSpPr/>
          <p:nvPr/>
        </p:nvCxnSpPr>
        <p:spPr>
          <a:xfrm>
            <a:off x="5120640" y="2240280"/>
            <a:ext cx="0" cy="548640"/>
          </a:xfrm>
          <a:prstGeom prst="straightConnector1">
            <a:avLst/>
          </a:prstGeom>
          <a:ln w="19050">
            <a:solidFill>
              <a:srgbClr val="A6A6A6"/>
            </a:solidFill>
            <a:tailEnd type="triangle" w="med" len="med"/>
          </a:ln>
        </p:spPr>
      </p:cxnSp>
      <p:sp>
        <p:nvSpPr>
          <p:cNvPr id="13" name="chunk 3"/>
          <p:cNvSpPr/>
          <p:nvPr/>
        </p:nvSpPr>
        <p:spPr>
          <a:xfrm>
            <a:off x="7269480" y="1600200"/>
            <a:ext cx="914400" cy="640080"/>
          </a:xfrm>
          <a:prstGeom prst="rect">
            <a:avLst/>
          </a:prstGeom>
          <a:solidFill>
            <a:srgbClr val="E2F0D9"/>
          </a:solidFill>
          <a:ln w="28575">
            <a:solidFill>
              <a:srgbClr val="70AD47"/>
            </a:solidFill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/>
            <a:r>
              <a:rPr lang="ja-JP" altLang="en-US" sz="1400" b="1" dirty="0">
                <a:solidFill>
                  <a:srgbClr val="262626"/>
                </a:solidFill>
              </a:rPr>
              <a:t>chunk 3</a:t>
            </a:r>
          </a:p>
        </p:txBody>
      </p:sp>
      <p:cxnSp>
        <p:nvCxnSpPr>
          <p:cNvPr id="14" name="chunk 3→VLM"/>
          <p:cNvCxnSpPr/>
          <p:nvPr/>
        </p:nvCxnSpPr>
        <p:spPr>
          <a:xfrm>
            <a:off x="7726680" y="2240280"/>
            <a:ext cx="0" cy="548640"/>
          </a:xfrm>
          <a:prstGeom prst="straightConnector1">
            <a:avLst/>
          </a:prstGeom>
          <a:ln w="25400">
            <a:solidFill>
              <a:srgbClr val="C00000"/>
            </a:solidFill>
            <a:tailEnd type="triangle" w="med" len="med"/>
          </a:ln>
        </p:spPr>
      </p:cxnSp>
      <p:sp>
        <p:nvSpPr>
          <p:cNvPr id="15" name="chunk 4"/>
          <p:cNvSpPr/>
          <p:nvPr/>
        </p:nvSpPr>
        <p:spPr>
          <a:xfrm>
            <a:off x="9692640" y="1600200"/>
            <a:ext cx="8686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A6A6A6"/>
            </a:solidFill>
            <a:prstDash val="dash"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/>
            <a:r>
              <a:rPr lang="ja-JP" altLang="en-US" sz="1400" b="0" dirty="0">
                <a:solidFill>
                  <a:srgbClr val="7F7F7F"/>
                </a:solidFill>
              </a:rPr>
              <a:t>chunk 4</a:t>
            </a:r>
          </a:p>
        </p:txBody>
      </p:sp>
      <p:sp>
        <p:nvSpPr>
          <p:cNvPr id="16" name="…"/>
          <p:cNvSpPr txBox="1"/>
          <p:nvPr/>
        </p:nvSpPr>
        <p:spPr>
          <a:xfrm>
            <a:off x="10561320" y="1600200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600" b="0" dirty="0">
                <a:solidFill>
                  <a:srgbClr val="7F7F7F"/>
                </a:solidFill>
              </a:rPr>
              <a:t>…</a:t>
            </a:r>
          </a:p>
        </p:txBody>
      </p:sp>
      <p:sp>
        <p:nvSpPr>
          <p:cNvPr id="17" name="chunk N"/>
          <p:cNvSpPr/>
          <p:nvPr/>
        </p:nvSpPr>
        <p:spPr>
          <a:xfrm>
            <a:off x="10927080" y="1600200"/>
            <a:ext cx="8686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A6A6A6"/>
            </a:solidFill>
            <a:prstDash val="dash"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/>
            <a:r>
              <a:rPr lang="ja-JP" altLang="en-US" sz="1400" b="0" dirty="0">
                <a:solidFill>
                  <a:srgbClr val="7F7F7F"/>
                </a:solidFill>
              </a:rPr>
              <a:t>chunk N</a:t>
            </a:r>
          </a:p>
        </p:txBody>
      </p:sp>
      <p:sp>
        <p:nvSpPr>
          <p:cNvPr id="18" name="VLM 1"/>
          <p:cNvSpPr/>
          <p:nvPr/>
        </p:nvSpPr>
        <p:spPr>
          <a:xfrm>
            <a:off x="2057400" y="2788920"/>
            <a:ext cx="914400" cy="566928"/>
          </a:xfrm>
          <a:prstGeom prst="roundRect">
            <a:avLst/>
          </a:prstGeom>
          <a:solidFill>
            <a:srgbClr val="DAE3F3"/>
          </a:solidFill>
          <a:ln w="19050">
            <a:solidFill>
              <a:srgbClr val="4472C4"/>
            </a:solidFill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/>
            <a:r>
              <a:rPr lang="ja-JP" altLang="en-US" sz="1400" b="0" dirty="0">
                <a:solidFill>
                  <a:srgbClr val="262626"/>
                </a:solidFill>
              </a:rPr>
              <a:t>VLM</a:t>
            </a:r>
          </a:p>
        </p:txBody>
      </p:sp>
      <p:cxnSp>
        <p:nvCxnSpPr>
          <p:cNvPr id="19" name="VLM 1→Memory 1"/>
          <p:cNvCxnSpPr/>
          <p:nvPr/>
        </p:nvCxnSpPr>
        <p:spPr>
          <a:xfrm>
            <a:off x="2971800" y="3072384"/>
            <a:ext cx="320040" cy="0"/>
          </a:xfrm>
          <a:prstGeom prst="straightConnector1">
            <a:avLst/>
          </a:prstGeom>
          <a:ln w="25400">
            <a:solidFill>
              <a:srgbClr val="C00000"/>
            </a:solidFill>
            <a:tailEnd type="triangle" w="med" len="med"/>
          </a:ln>
        </p:spPr>
      </p:cxnSp>
      <p:sp>
        <p:nvSpPr>
          <p:cNvPr id="20" name="Memory 1"/>
          <p:cNvSpPr/>
          <p:nvPr/>
        </p:nvSpPr>
        <p:spPr>
          <a:xfrm>
            <a:off x="3291840" y="2788920"/>
            <a:ext cx="1051560" cy="566928"/>
          </a:xfrm>
          <a:prstGeom prst="rect">
            <a:avLst/>
          </a:prstGeom>
          <a:solidFill>
            <a:srgbClr val="FBE5D6"/>
          </a:solidFill>
          <a:ln w="19050">
            <a:solidFill>
              <a:srgbClr val="ED7D31"/>
            </a:solidFill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/>
            <a:r>
              <a:rPr lang="ja-JP" altLang="en-US" sz="1400" b="0" dirty="0">
                <a:solidFill>
                  <a:srgbClr val="262626"/>
                </a:solidFill>
              </a:rPr>
              <a:t>Memory 1</a:t>
            </a:r>
          </a:p>
        </p:txBody>
      </p:sp>
      <p:cxnSp>
        <p:nvCxnSpPr>
          <p:cNvPr id="21" name="Memory 1→VLM 2"/>
          <p:cNvCxnSpPr/>
          <p:nvPr/>
        </p:nvCxnSpPr>
        <p:spPr>
          <a:xfrm>
            <a:off x="4343400" y="3072384"/>
            <a:ext cx="320040" cy="0"/>
          </a:xfrm>
          <a:prstGeom prst="straightConnector1">
            <a:avLst/>
          </a:prstGeom>
          <a:ln w="25400">
            <a:solidFill>
              <a:srgbClr val="C00000"/>
            </a:solidFill>
            <a:tailEnd type="triangle" w="med" len="med"/>
          </a:ln>
        </p:spPr>
      </p:cxnSp>
      <p:sp>
        <p:nvSpPr>
          <p:cNvPr id="22" name="VLM 2"/>
          <p:cNvSpPr/>
          <p:nvPr/>
        </p:nvSpPr>
        <p:spPr>
          <a:xfrm>
            <a:off x="4663440" y="2788920"/>
            <a:ext cx="914400" cy="566928"/>
          </a:xfrm>
          <a:prstGeom prst="roundRect">
            <a:avLst/>
          </a:prstGeom>
          <a:solidFill>
            <a:srgbClr val="DAE3F3"/>
          </a:solidFill>
          <a:ln w="19050">
            <a:solidFill>
              <a:srgbClr val="4472C4"/>
            </a:solidFill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/>
            <a:r>
              <a:rPr lang="ja-JP" altLang="en-US" sz="1400" b="0" dirty="0">
                <a:solidFill>
                  <a:srgbClr val="262626"/>
                </a:solidFill>
              </a:rPr>
              <a:t>VLM</a:t>
            </a:r>
          </a:p>
        </p:txBody>
      </p:sp>
      <p:cxnSp>
        <p:nvCxnSpPr>
          <p:cNvPr id="23" name="VLM 2→Memory 2"/>
          <p:cNvCxnSpPr/>
          <p:nvPr/>
        </p:nvCxnSpPr>
        <p:spPr>
          <a:xfrm>
            <a:off x="5577840" y="3072384"/>
            <a:ext cx="320040" cy="0"/>
          </a:xfrm>
          <a:prstGeom prst="straightConnector1">
            <a:avLst/>
          </a:prstGeom>
          <a:ln w="25400">
            <a:solidFill>
              <a:srgbClr val="C00000"/>
            </a:solidFill>
            <a:tailEnd type="triangle" w="med" len="med"/>
          </a:ln>
        </p:spPr>
      </p:cxnSp>
      <p:sp>
        <p:nvSpPr>
          <p:cNvPr id="24" name="Memory 2"/>
          <p:cNvSpPr/>
          <p:nvPr/>
        </p:nvSpPr>
        <p:spPr>
          <a:xfrm>
            <a:off x="5897880" y="2788920"/>
            <a:ext cx="1051560" cy="566928"/>
          </a:xfrm>
          <a:prstGeom prst="rect">
            <a:avLst/>
          </a:prstGeom>
          <a:solidFill>
            <a:srgbClr val="FBE5D6"/>
          </a:solidFill>
          <a:ln w="19050">
            <a:solidFill>
              <a:srgbClr val="ED7D31"/>
            </a:solidFill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/>
            <a:r>
              <a:rPr lang="ja-JP" altLang="en-US" sz="1400" b="0" dirty="0">
                <a:solidFill>
                  <a:srgbClr val="262626"/>
                </a:solidFill>
              </a:rPr>
              <a:t>Memory 2</a:t>
            </a:r>
          </a:p>
        </p:txBody>
      </p:sp>
      <p:cxnSp>
        <p:nvCxnSpPr>
          <p:cNvPr id="25" name="Memory 2→VLM 3"/>
          <p:cNvCxnSpPr/>
          <p:nvPr/>
        </p:nvCxnSpPr>
        <p:spPr>
          <a:xfrm>
            <a:off x="6949440" y="3072384"/>
            <a:ext cx="320040" cy="0"/>
          </a:xfrm>
          <a:prstGeom prst="straightConnector1">
            <a:avLst/>
          </a:prstGeom>
          <a:ln w="25400">
            <a:solidFill>
              <a:srgbClr val="C00000"/>
            </a:solidFill>
            <a:tailEnd type="triangle" w="med" len="med"/>
          </a:ln>
        </p:spPr>
      </p:cxnSp>
      <p:sp>
        <p:nvSpPr>
          <p:cNvPr id="26" name="VLM 3"/>
          <p:cNvSpPr/>
          <p:nvPr/>
        </p:nvSpPr>
        <p:spPr>
          <a:xfrm>
            <a:off x="7269480" y="2788920"/>
            <a:ext cx="914400" cy="566928"/>
          </a:xfrm>
          <a:prstGeom prst="roundRect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/>
            <a:r>
              <a:rPr lang="ja-JP" altLang="en-US" sz="1400" b="1" dirty="0">
                <a:solidFill>
                  <a:srgbClr val="262626"/>
                </a:solidFill>
              </a:rPr>
              <a:t>VLM</a:t>
            </a:r>
          </a:p>
        </p:txBody>
      </p:sp>
      <p:cxnSp>
        <p:nvCxnSpPr>
          <p:cNvPr id="27" name="VLM 3→Memory 3"/>
          <p:cNvCxnSpPr/>
          <p:nvPr/>
        </p:nvCxnSpPr>
        <p:spPr>
          <a:xfrm>
            <a:off x="8183880" y="3072384"/>
            <a:ext cx="320040" cy="0"/>
          </a:xfrm>
          <a:prstGeom prst="straightConnector1">
            <a:avLst/>
          </a:prstGeom>
          <a:ln w="25400">
            <a:solidFill>
              <a:srgbClr val="C00000"/>
            </a:solidFill>
            <a:tailEnd type="triangle" w="med" len="med"/>
          </a:ln>
        </p:spPr>
      </p:cxnSp>
      <p:sp>
        <p:nvSpPr>
          <p:cNvPr id="28" name="Memory 3"/>
          <p:cNvSpPr/>
          <p:nvPr/>
        </p:nvSpPr>
        <p:spPr>
          <a:xfrm>
            <a:off x="8503920" y="2788920"/>
            <a:ext cx="1051560" cy="566928"/>
          </a:xfrm>
          <a:prstGeom prst="rect">
            <a:avLst/>
          </a:prstGeom>
          <a:solidFill>
            <a:srgbClr val="FBE5D6"/>
          </a:solidFill>
          <a:ln w="28575">
            <a:solidFill>
              <a:srgbClr val="ED7D31"/>
            </a:solidFill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/>
            <a:r>
              <a:rPr lang="ja-JP" altLang="en-US" sz="1400" b="1" dirty="0">
                <a:solidFill>
                  <a:srgbClr val="262626"/>
                </a:solidFill>
              </a:rPr>
              <a:t>Memory 3</a:t>
            </a:r>
          </a:p>
        </p:txBody>
      </p:sp>
      <p:cxnSp>
        <p:nvCxnSpPr>
          <p:cNvPr id="29" name="Memory 3→回答"/>
          <p:cNvCxnSpPr/>
          <p:nvPr/>
        </p:nvCxnSpPr>
        <p:spPr>
          <a:xfrm>
            <a:off x="9555480" y="3072384"/>
            <a:ext cx="1188720" cy="0"/>
          </a:xfrm>
          <a:prstGeom prst="straightConnector1">
            <a:avLst/>
          </a:prstGeom>
          <a:ln w="25400">
            <a:solidFill>
              <a:srgbClr val="7F7F7F"/>
            </a:solidFill>
            <a:prstDash val="dash"/>
            <a:tailEnd type="triangle" w="med" len="med"/>
          </a:ln>
        </p:spPr>
      </p:cxnSp>
      <p:sp>
        <p:nvSpPr>
          <p:cNvPr id="30" name="繰り返し"/>
          <p:cNvSpPr txBox="1"/>
          <p:nvPr/>
        </p:nvSpPr>
        <p:spPr>
          <a:xfrm>
            <a:off x="9601200" y="3145536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ja-JP" altLang="en-US" sz="1100" b="0" dirty="0">
                <a:solidFill>
                  <a:srgbClr val="7F7F7F"/>
                </a:solidFill>
              </a:rPr>
              <a:t>最後まで</a:t>
            </a:r>
          </a:p>
          <a:p>
            <a:pPr algn="ctr"/>
            <a:r>
              <a:rPr lang="ja-JP" altLang="en-US" sz="1100" b="0" dirty="0">
                <a:solidFill>
                  <a:srgbClr val="7F7F7F"/>
                </a:solidFill>
              </a:rPr>
              <a:t>繰り返す</a:t>
            </a:r>
          </a:p>
        </p:txBody>
      </p:sp>
      <p:sp>
        <p:nvSpPr>
          <p:cNvPr id="31" name="回答"/>
          <p:cNvSpPr/>
          <p:nvPr/>
        </p:nvSpPr>
        <p:spPr>
          <a:xfrm>
            <a:off x="10744200" y="2788920"/>
            <a:ext cx="1051560" cy="566928"/>
          </a:xfrm>
          <a:prstGeom prst="rect">
            <a:avLst/>
          </a:prstGeom>
          <a:solidFill>
            <a:srgbClr val="E2F0D9"/>
          </a:solidFill>
          <a:ln w="28575">
            <a:solidFill>
              <a:srgbClr val="70AD47"/>
            </a:solidFill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/>
            <a:r>
              <a:rPr lang="ja-JP" altLang="en-US" sz="1400" b="1" dirty="0">
                <a:solidFill>
                  <a:srgbClr val="262626"/>
                </a:solidFill>
              </a:rPr>
              <a:t>回答</a:t>
            </a:r>
          </a:p>
        </p:txBody>
      </p:sp>
      <p:sp>
        <p:nvSpPr>
          <p:cNvPr id="32" name="質問"/>
          <p:cNvSpPr/>
          <p:nvPr/>
        </p:nvSpPr>
        <p:spPr>
          <a:xfrm>
            <a:off x="411480" y="2788920"/>
            <a:ext cx="13258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/>
            <a:r>
              <a:rPr lang="ja-JP" altLang="en-US" sz="1200" b="1" dirty="0">
                <a:solidFill>
                  <a:srgbClr val="262626"/>
                </a:solidFill>
              </a:rPr>
              <a:t>質問</a:t>
            </a:r>
          </a:p>
          <a:p>
            <a:pPr algn="ctr"/>
            <a:r>
              <a:rPr lang="ja-JP" altLang="en-US" sz="1200" b="1" dirty="0">
                <a:solidFill>
                  <a:srgbClr val="262626"/>
                </a:solidFill>
              </a:rPr>
              <a:t>（最初から既知）</a:t>
            </a:r>
          </a:p>
        </p:txBody>
      </p:sp>
      <p:cxnSp>
        <p:nvCxnSpPr>
          <p:cNvPr id="33" name="質問バス縦"/>
          <p:cNvCxnSpPr/>
          <p:nvPr/>
        </p:nvCxnSpPr>
        <p:spPr>
          <a:xfrm>
            <a:off x="1074420" y="3355848"/>
            <a:ext cx="0" cy="320040"/>
          </a:xfrm>
          <a:prstGeom prst="straightConnector1">
            <a:avLst/>
          </a:prstGeom>
          <a:ln w="19050">
            <a:solidFill>
              <a:srgbClr val="4472C4"/>
            </a:solidFill>
          </a:ln>
        </p:spPr>
      </p:cxnSp>
      <p:cxnSp>
        <p:nvCxnSpPr>
          <p:cNvPr id="34" name="質問バス横"/>
          <p:cNvCxnSpPr/>
          <p:nvPr/>
        </p:nvCxnSpPr>
        <p:spPr>
          <a:xfrm>
            <a:off x="1074420" y="3675888"/>
            <a:ext cx="6652260" cy="0"/>
          </a:xfrm>
          <a:prstGeom prst="straightConnector1">
            <a:avLst/>
          </a:prstGeom>
          <a:ln w="19050">
            <a:solidFill>
              <a:srgbClr val="4472C4"/>
            </a:solidFill>
          </a:ln>
        </p:spPr>
      </p:cxnSp>
      <p:cxnSp>
        <p:nvCxnSpPr>
          <p:cNvPr id="35" name="質問→VLM 1"/>
          <p:cNvCxnSpPr/>
          <p:nvPr/>
        </p:nvCxnSpPr>
        <p:spPr>
          <a:xfrm flipV="1">
            <a:off x="2514600" y="3355848"/>
            <a:ext cx="0" cy="320040"/>
          </a:xfrm>
          <a:prstGeom prst="straightConnector1">
            <a:avLst/>
          </a:prstGeom>
          <a:ln w="19050">
            <a:solidFill>
              <a:srgbClr val="4472C4"/>
            </a:solidFill>
            <a:tailEnd type="triangle" w="med" len="med"/>
          </a:ln>
        </p:spPr>
      </p:cxnSp>
      <p:cxnSp>
        <p:nvCxnSpPr>
          <p:cNvPr id="36" name="質問→VLM 2"/>
          <p:cNvCxnSpPr/>
          <p:nvPr/>
        </p:nvCxnSpPr>
        <p:spPr>
          <a:xfrm flipV="1">
            <a:off x="5120640" y="3355848"/>
            <a:ext cx="0" cy="320040"/>
          </a:xfrm>
          <a:prstGeom prst="straightConnector1">
            <a:avLst/>
          </a:prstGeom>
          <a:ln w="19050">
            <a:solidFill>
              <a:srgbClr val="4472C4"/>
            </a:solidFill>
            <a:tailEnd type="triangle" w="med" len="med"/>
          </a:ln>
        </p:spPr>
      </p:cxnSp>
      <p:cxnSp>
        <p:nvCxnSpPr>
          <p:cNvPr id="37" name="質問→VLM 3"/>
          <p:cNvCxnSpPr/>
          <p:nvPr/>
        </p:nvCxnSpPr>
        <p:spPr>
          <a:xfrm flipV="1">
            <a:off x="7726680" y="3355848"/>
            <a:ext cx="0" cy="320040"/>
          </a:xfrm>
          <a:prstGeom prst="straightConnector1">
            <a:avLst/>
          </a:prstGeom>
          <a:ln w="19050">
            <a:solidFill>
              <a:srgbClr val="4472C4"/>
            </a:solidFill>
            <a:tailEnd type="triangle" w="med" len="med"/>
          </a:ln>
        </p:spPr>
      </p:cxnSp>
      <p:sp>
        <p:nvSpPr>
          <p:cNvPr id="38" name="質問は毎回参照"/>
          <p:cNvSpPr txBox="1"/>
          <p:nvPr/>
        </p:nvSpPr>
        <p:spPr>
          <a:xfrm>
            <a:off x="1188720" y="3730752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100" b="0" dirty="0">
                <a:solidFill>
                  <a:srgbClr val="4472C4"/>
                </a:solidFill>
              </a:rPr>
              <a:t>質問は各chunkの処理で参照できる</a:t>
            </a:r>
          </a:p>
        </p:txBody>
      </p:sp>
      <p:cxnSp>
        <p:nvCxnSpPr>
          <p:cNvPr id="39" name="現在の線"/>
          <p:cNvCxnSpPr/>
          <p:nvPr/>
        </p:nvCxnSpPr>
        <p:spPr>
          <a:xfrm>
            <a:off x="8343900" y="1143000"/>
            <a:ext cx="0" cy="2788920"/>
          </a:xfrm>
          <a:prstGeom prst="straightConnector1">
            <a:avLst/>
          </a:prstGeom>
          <a:ln w="15875">
            <a:solidFill>
              <a:srgbClr val="C00000"/>
            </a:solidFill>
            <a:prstDash val="dash"/>
          </a:ln>
        </p:spPr>
      </p:cxnSp>
      <p:sp>
        <p:nvSpPr>
          <p:cNvPr id="40" name="Memory 1 説明"/>
          <p:cNvSpPr txBox="1"/>
          <p:nvPr/>
        </p:nvSpPr>
        <p:spPr>
          <a:xfrm>
            <a:off x="3200400" y="2496312"/>
            <a:ext cx="1234440" cy="237744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100" b="0" dirty="0">
                <a:solidFill>
                  <a:srgbClr val="C55A11"/>
                </a:solidFill>
              </a:rPr>
              <a:t>過去のまとめ</a:t>
            </a:r>
          </a:p>
        </p:txBody>
      </p:sp>
      <p:sp>
        <p:nvSpPr>
          <p:cNvPr id="41" name="Memory 2 説明"/>
          <p:cNvSpPr txBox="1"/>
          <p:nvPr/>
        </p:nvSpPr>
        <p:spPr>
          <a:xfrm>
            <a:off x="5806440" y="2496312"/>
            <a:ext cx="1234440" cy="237744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100" b="0" dirty="0">
                <a:solidFill>
                  <a:srgbClr val="C55A11"/>
                </a:solidFill>
              </a:rPr>
              <a:t>過去のまとめ</a:t>
            </a:r>
          </a:p>
        </p:txBody>
      </p:sp>
      <p:sp>
        <p:nvSpPr>
          <p:cNvPr id="42" name="Memory 3 説明"/>
          <p:cNvSpPr txBox="1"/>
          <p:nvPr/>
        </p:nvSpPr>
        <p:spPr>
          <a:xfrm>
            <a:off x="8412480" y="2496312"/>
            <a:ext cx="1234440" cy="237744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ja-JP" altLang="en-US" sz="1100" b="0" dirty="0">
                <a:solidFill>
                  <a:srgbClr val="C55A11"/>
                </a:solidFill>
              </a:rPr>
              <a:t>過去のまとめ</a:t>
            </a:r>
          </a:p>
        </p:txBody>
      </p:sp>
      <p:sp>
        <p:nvSpPr>
          <p:cNvPr id="43" name="Content Placeholder"/>
          <p:cNvSpPr>
            <a:spLocks noGrp="1"/>
          </p:cNvSpPr>
          <p:nvPr>
            <p:ph idx="1"/>
          </p:nvPr>
        </p:nvSpPr>
        <p:spPr>
          <a:xfrm>
            <a:off x="411480" y="4160520"/>
            <a:ext cx="11384280" cy="2423160"/>
          </a:xfrm>
        </p:spPr>
        <p:txBody>
          <a:bodyPr anchor="t">
            <a:normAutofit/>
          </a:bodyPr>
          <a:lstStyle/>
          <a:p>
            <a:r>
              <a:rPr lang="ja-JP" altLang="en-US" sz="2000" dirty="0"/>
              <a:t>本研究のオンライン処理</a:t>
            </a:r>
          </a:p>
          <a:p>
            <a:pPr lvl="1"/>
            <a:r>
              <a:rPr lang="ja-JP" altLang="en-US" sz="1800" dirty="0"/>
              <a:t>動画を先頭からchunkごとに，届いた順に処理（質問は最初から与えられる）</a:t>
            </a:r>
          </a:p>
          <a:p>
            <a:pPr lvl="1"/>
            <a:r>
              <a:rPr lang="ja-JP" altLang="en-US" sz="1800" dirty="0"/>
              <a:t>処理済みのchunkは見返せない，まだ届いていないchunkは見えない</a:t>
            </a:r>
          </a:p>
          <a:p>
            <a:pPr lvl="1"/>
            <a:r>
              <a:rPr lang="ja-JP" altLang="en-US" sz="1800" dirty="0"/>
              <a:t>過去の情報はMemory（例：テキスト）にまとめ，次のchunkの処理へ引き継ぐ</a:t>
            </a:r>
          </a:p>
          <a:p>
            <a:pPr lvl="2"/>
            <a:r>
              <a:rPr lang="ja-JP" altLang="en-US" sz="1600" dirty="0"/>
              <a:t>最後のchunkを処理した後，Memoryをもとに回答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b="0" dirty="0"/>
              <a:t>Streaming動画処理の用途</a:t>
            </a:r>
          </a:p>
        </p:txBody>
      </p:sp>
      <p:sp>
        <p:nvSpPr>
          <p:cNvPr id="3" name="カード 監視カメラ・防犯"/>
          <p:cNvSpPr/>
          <p:nvPr/>
        </p:nvSpPr>
        <p:spPr>
          <a:xfrm>
            <a:off x="502920" y="1325880"/>
            <a:ext cx="5532120" cy="1481328"/>
          </a:xfrm>
          <a:prstGeom prst="roundRect">
            <a:avLst/>
          </a:prstGeom>
          <a:solidFill>
            <a:srgbClr val="F2F7FC"/>
          </a:solidFill>
          <a:ln w="15875">
            <a:solidFill>
              <a:srgbClr val="4472C4"/>
            </a:solidFill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/>
            <a:endParaRPr lang="ja-JP" sz="1400"/>
          </a:p>
        </p:txBody>
      </p:sp>
      <p:sp>
        <p:nvSpPr>
          <p:cNvPr id="4" name="見出し 監視カメラ・防犯"/>
          <p:cNvSpPr txBox="1"/>
          <p:nvPr/>
        </p:nvSpPr>
        <p:spPr>
          <a:xfrm>
            <a:off x="731520" y="1453896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800" b="1" dirty="0">
                <a:solidFill>
                  <a:srgbClr val="262626"/>
                </a:solidFill>
              </a:rPr>
              <a:t>■ 監視カメラ・防犯</a:t>
            </a:r>
          </a:p>
        </p:txBody>
      </p:sp>
      <p:sp>
        <p:nvSpPr>
          <p:cNvPr id="5" name="説明 監視カメラ・防犯"/>
          <p:cNvSpPr txBox="1"/>
          <p:nvPr/>
        </p:nvSpPr>
        <p:spPr>
          <a:xfrm>
            <a:off x="914400" y="1856232"/>
            <a:ext cx="4892040" cy="6035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ja-JP" altLang="en-US" sz="1400" b="0" dirty="0">
                <a:solidFill>
                  <a:srgbClr val="262626"/>
                </a:solidFill>
              </a:rPr>
              <a:t>指定した出来事を，起きた瞬間に見つける</a:t>
            </a:r>
          </a:p>
          <a:p>
            <a:pPr algn="l"/>
            <a:r>
              <a:rPr lang="ja-JP" altLang="en-US" sz="1400" b="0" dirty="0">
                <a:solidFill>
                  <a:srgbClr val="262626"/>
                </a:solidFill>
              </a:rPr>
              <a:t>世界で10億台以上の監視カメラが稼働</a:t>
            </a:r>
          </a:p>
        </p:txBody>
      </p:sp>
      <p:sp>
        <p:nvSpPr>
          <p:cNvPr id="6" name="出典 監視カメラ・防犯"/>
          <p:cNvSpPr txBox="1"/>
          <p:nvPr/>
        </p:nvSpPr>
        <p:spPr>
          <a:xfrm>
            <a:off x="914400" y="2478024"/>
            <a:ext cx="4892040" cy="237744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100" b="0" dirty="0">
                <a:solidFill>
                  <a:srgbClr val="0563C1"/>
                </a:solidFill>
              </a:rPr>
              <a:t>[Gan+, ACMMM2023]</a:t>
            </a:r>
          </a:p>
        </p:txBody>
      </p:sp>
      <p:sp>
        <p:nvSpPr>
          <p:cNvPr id="7" name="カード ライブ配信・スポーツ"/>
          <p:cNvSpPr/>
          <p:nvPr/>
        </p:nvSpPr>
        <p:spPr>
          <a:xfrm>
            <a:off x="6172200" y="1325880"/>
            <a:ext cx="5532120" cy="1481328"/>
          </a:xfrm>
          <a:prstGeom prst="roundRect">
            <a:avLst/>
          </a:prstGeom>
          <a:solidFill>
            <a:srgbClr val="F2F7FC"/>
          </a:solidFill>
          <a:ln w="15875">
            <a:solidFill>
              <a:srgbClr val="4472C4"/>
            </a:solidFill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/>
            <a:endParaRPr lang="ja-JP" sz="1400"/>
          </a:p>
        </p:txBody>
      </p:sp>
      <p:sp>
        <p:nvSpPr>
          <p:cNvPr id="8" name="見出し ライブ配信・スポーツ"/>
          <p:cNvSpPr txBox="1"/>
          <p:nvPr/>
        </p:nvSpPr>
        <p:spPr>
          <a:xfrm>
            <a:off x="6400800" y="1453896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800" b="1" dirty="0">
                <a:solidFill>
                  <a:srgbClr val="262626"/>
                </a:solidFill>
              </a:rPr>
              <a:t>■ ライブ配信・スポーツ</a:t>
            </a:r>
          </a:p>
        </p:txBody>
      </p:sp>
      <p:sp>
        <p:nvSpPr>
          <p:cNvPr id="9" name="説明 ライブ配信・スポーツ"/>
          <p:cNvSpPr txBox="1"/>
          <p:nvPr/>
        </p:nvSpPr>
        <p:spPr>
          <a:xfrm>
            <a:off x="6583680" y="1856232"/>
            <a:ext cx="4892040" cy="6035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ja-JP" altLang="en-US" sz="1400" b="0" dirty="0">
                <a:solidFill>
                  <a:srgbClr val="262626"/>
                </a:solidFill>
              </a:rPr>
              <a:t>配信中の出来事を監視し，その場で応答</a:t>
            </a:r>
          </a:p>
          <a:p>
            <a:pPr algn="l"/>
            <a:r>
              <a:rPr lang="ja-JP" altLang="en-US" sz="1400" b="0" dirty="0">
                <a:solidFill>
                  <a:srgbClr val="262626"/>
                </a:solidFill>
              </a:rPr>
              <a:t>試合の分析</a:t>
            </a:r>
          </a:p>
        </p:txBody>
      </p:sp>
      <p:sp>
        <p:nvSpPr>
          <p:cNvPr id="10" name="出典 ライブ配信・スポーツ"/>
          <p:cNvSpPr txBox="1"/>
          <p:nvPr/>
        </p:nvSpPr>
        <p:spPr>
          <a:xfrm>
            <a:off x="6583680" y="2478024"/>
            <a:ext cx="4892040" cy="237744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100" b="0" dirty="0">
                <a:solidFill>
                  <a:srgbClr val="0563C1"/>
                </a:solidFill>
              </a:rPr>
              <a:t>[QueryStream, ICLR2026] [Azad+, CVPR2026]</a:t>
            </a:r>
          </a:p>
        </p:txBody>
      </p:sp>
      <p:sp>
        <p:nvSpPr>
          <p:cNvPr id="11" name="カード ロボット・自動運転"/>
          <p:cNvSpPr/>
          <p:nvPr/>
        </p:nvSpPr>
        <p:spPr>
          <a:xfrm>
            <a:off x="502920" y="3017520"/>
            <a:ext cx="5532120" cy="1481328"/>
          </a:xfrm>
          <a:prstGeom prst="roundRect">
            <a:avLst/>
          </a:prstGeom>
          <a:solidFill>
            <a:srgbClr val="F2F7FC"/>
          </a:solidFill>
          <a:ln w="15875">
            <a:solidFill>
              <a:srgbClr val="4472C4"/>
            </a:solidFill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/>
            <a:endParaRPr lang="ja-JP" sz="1400"/>
          </a:p>
        </p:txBody>
      </p:sp>
      <p:sp>
        <p:nvSpPr>
          <p:cNvPr id="12" name="見出し ロボット・自動運転"/>
          <p:cNvSpPr txBox="1"/>
          <p:nvPr/>
        </p:nvSpPr>
        <p:spPr>
          <a:xfrm>
            <a:off x="731520" y="3145536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800" b="1" dirty="0">
                <a:solidFill>
                  <a:srgbClr val="262626"/>
                </a:solidFill>
              </a:rPr>
              <a:t>■ ロボット・自動運転</a:t>
            </a:r>
          </a:p>
        </p:txBody>
      </p:sp>
      <p:sp>
        <p:nvSpPr>
          <p:cNvPr id="13" name="説明 ロボット・自動運転"/>
          <p:cNvSpPr txBox="1"/>
          <p:nvPr/>
        </p:nvSpPr>
        <p:spPr>
          <a:xfrm>
            <a:off x="914400" y="3547872"/>
            <a:ext cx="4892040" cy="6035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ja-JP" altLang="en-US" sz="1400" b="0" dirty="0">
                <a:solidFill>
                  <a:srgbClr val="262626"/>
                </a:solidFill>
              </a:rPr>
              <a:t>周囲の映像を見ながら，判断・行動する</a:t>
            </a:r>
          </a:p>
        </p:txBody>
      </p:sp>
      <p:sp>
        <p:nvSpPr>
          <p:cNvPr id="14" name="出典 ロボット・自動運転"/>
          <p:cNvSpPr txBox="1"/>
          <p:nvPr/>
        </p:nvSpPr>
        <p:spPr>
          <a:xfrm>
            <a:off x="914400" y="4169664"/>
            <a:ext cx="4892040" cy="237744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100" b="0" dirty="0">
                <a:solidFill>
                  <a:srgbClr val="0563C1"/>
                </a:solidFill>
              </a:rPr>
              <a:t>[QueryStream, ICLR2026] [Azad+, CVPR2026]</a:t>
            </a:r>
          </a:p>
        </p:txBody>
      </p:sp>
      <p:sp>
        <p:nvSpPr>
          <p:cNvPr id="15" name="カード スマートグラス・生活支援"/>
          <p:cNvSpPr/>
          <p:nvPr/>
        </p:nvSpPr>
        <p:spPr>
          <a:xfrm>
            <a:off x="6172200" y="3017520"/>
            <a:ext cx="5532120" cy="1481328"/>
          </a:xfrm>
          <a:prstGeom prst="roundRect">
            <a:avLst/>
          </a:prstGeom>
          <a:solidFill>
            <a:srgbClr val="F2F7FC"/>
          </a:solidFill>
          <a:ln w="15875">
            <a:solidFill>
              <a:srgbClr val="4472C4"/>
            </a:solidFill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/>
            <a:endParaRPr lang="ja-JP" sz="1400"/>
          </a:p>
        </p:txBody>
      </p:sp>
      <p:sp>
        <p:nvSpPr>
          <p:cNvPr id="16" name="見出し スマートグラス・生活支援"/>
          <p:cNvSpPr txBox="1"/>
          <p:nvPr/>
        </p:nvSpPr>
        <p:spPr>
          <a:xfrm>
            <a:off x="6400800" y="3145536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800" b="1" dirty="0">
                <a:solidFill>
                  <a:srgbClr val="262626"/>
                </a:solidFill>
              </a:rPr>
              <a:t>■ スマートグラス・生活支援</a:t>
            </a:r>
          </a:p>
        </p:txBody>
      </p:sp>
      <p:sp>
        <p:nvSpPr>
          <p:cNvPr id="17" name="説明 スマートグラス・生活支援"/>
          <p:cNvSpPr txBox="1"/>
          <p:nvPr/>
        </p:nvSpPr>
        <p:spPr>
          <a:xfrm>
            <a:off x="6583680" y="3547872"/>
            <a:ext cx="4892040" cy="6035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ja-JP" altLang="en-US" sz="1400" b="0" dirty="0">
                <a:solidFill>
                  <a:srgbClr val="262626"/>
                </a:solidFill>
              </a:rPr>
              <a:t>身に着けたカメラの長時間の映像から，</a:t>
            </a:r>
          </a:p>
          <a:p>
            <a:pPr algn="l"/>
            <a:r>
              <a:rPr lang="ja-JP" altLang="en-US" sz="1400" b="0" dirty="0">
                <a:solidFill>
                  <a:srgbClr val="262626"/>
                </a:solidFill>
              </a:rPr>
              <a:t>必要なときに思い出して答える</a:t>
            </a:r>
          </a:p>
        </p:txBody>
      </p:sp>
      <p:sp>
        <p:nvSpPr>
          <p:cNvPr id="18" name="出典 スマートグラス・生活支援"/>
          <p:cNvSpPr txBox="1"/>
          <p:nvPr/>
        </p:nvSpPr>
        <p:spPr>
          <a:xfrm>
            <a:off x="6583680" y="4169664"/>
            <a:ext cx="4892040" cy="237744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100" b="0" dirty="0">
                <a:solidFill>
                  <a:srgbClr val="0563C1"/>
                </a:solidFill>
              </a:rPr>
              <a:t>[Yan+, arXiv2025]</a:t>
            </a:r>
          </a:p>
        </p:txBody>
      </p:sp>
      <p:sp>
        <p:nvSpPr>
          <p:cNvPr id="19" name="共通点"/>
          <p:cNvSpPr/>
          <p:nvPr/>
        </p:nvSpPr>
        <p:spPr>
          <a:xfrm>
            <a:off x="502920" y="4754880"/>
            <a:ext cx="11201400" cy="1188720"/>
          </a:xfrm>
          <a:prstGeom prst="rect">
            <a:avLst/>
          </a:prstGeom>
          <a:solidFill>
            <a:srgbClr val="E2F0D9"/>
          </a:solidFill>
          <a:ln w="19050">
            <a:solidFill>
              <a:srgbClr val="70AD47"/>
            </a:solidFill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/>
            <a:endParaRPr lang="ja-JP" sz="1400"/>
          </a:p>
        </p:txBody>
      </p:sp>
      <p:sp>
        <p:nvSpPr>
          <p:cNvPr id="20" name="共通点見出し"/>
          <p:cNvSpPr txBox="1"/>
          <p:nvPr/>
        </p:nvSpPr>
        <p:spPr>
          <a:xfrm>
            <a:off x="731520" y="486460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ja-JP" altLang="en-US" sz="1800" b="1" dirty="0">
                <a:solidFill>
                  <a:srgbClr val="262626"/>
                </a:solidFill>
              </a:rPr>
              <a:t>共通点</a:t>
            </a:r>
          </a:p>
        </p:txBody>
      </p:sp>
      <p:sp>
        <p:nvSpPr>
          <p:cNvPr id="21" name="共通点本文"/>
          <p:cNvSpPr txBox="1"/>
          <p:nvPr/>
        </p:nvSpPr>
        <p:spPr>
          <a:xfrm>
            <a:off x="914400" y="525780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ja-JP" altLang="en-US" sz="1600" b="0" dirty="0">
                <a:solidFill>
                  <a:srgbClr val="262626"/>
                </a:solidFill>
              </a:rPr>
              <a:t>映像は終わりなく届き続け，この先の映像はまだ存在しない</a:t>
            </a:r>
          </a:p>
          <a:p>
            <a:pPr algn="l"/>
            <a:r>
              <a:rPr lang="ja-JP" altLang="en-US" sz="1600" b="0" dirty="0">
                <a:solidFill>
                  <a:srgbClr val="262626"/>
                </a:solidFill>
              </a:rPr>
              <a:t>→ 届いた順に処理し，過去の情報をまとめて持ち続ける必要がある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玉木研テンプレート Noto Sans JP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o Sans JP">
      <a:majorFont>
        <a:latin typeface="Arial Bold"/>
        <a:ea typeface="Noto Sans JP Bold"/>
        <a:cs typeface=""/>
      </a:majorFont>
      <a:minorFont>
        <a:latin typeface="Arial"/>
        <a:ea typeface="Noto Sans JP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5400"/>
      </a:spPr>
      <a:bodyPr rtlCol="0" anchor="ctr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36000" tIns="36000" rIns="36000" bIns="36000" rtlCol="0">
        <a:spAutoFit/>
      </a:bodyPr>
      <a:lstStyle>
        <a:defPPr algn="l">
          <a:defRPr kumimoji="1"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ff363b55-ebd4-4629-b2b8-334e68fd173e">
      <UserInfo>
        <DisplayName/>
        <AccountId xsi:nil="true"/>
        <AccountType/>
      </UserInfo>
    </SharedWithUsers>
    <MediaLengthInSeconds xmlns="b95ac0ef-bd66-4d7c-ae1d-5cdd18d9eb78" xsi:nil="true"/>
    <TaxCatchAll xmlns="ff363b55-ebd4-4629-b2b8-334e68fd173e" xsi:nil="true"/>
    <lcf76f155ced4ddcb4097134ff3c332f xmlns="b95ac0ef-bd66-4d7c-ae1d-5cdd18d9eb78">
      <Terms xmlns="http://schemas.microsoft.com/office/infopath/2007/PartnerControls"/>
    </lcf76f155ced4ddcb4097134ff3c332f>
    <_xff59_ xmlns="b95ac0ef-bd66-4d7c-ae1d-5cdd18d9eb78">
      <UserInfo>
        <DisplayName/>
        <AccountId xsi:nil="true"/>
        <AccountType/>
      </UserInfo>
    </_xff59_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6E849F6EF8CAD44BBB3BC5CD2318AC60" ma:contentTypeVersion="22" ma:contentTypeDescription="新しいドキュメントを作成します。" ma:contentTypeScope="" ma:versionID="cab869370a8070f791f9d8b20f6fa634">
  <xsd:schema xmlns:xsd="http://www.w3.org/2001/XMLSchema" xmlns:xs="http://www.w3.org/2001/XMLSchema" xmlns:p="http://schemas.microsoft.com/office/2006/metadata/properties" xmlns:ns2="b95ac0ef-bd66-4d7c-ae1d-5cdd18d9eb78" xmlns:ns3="ff363b55-ebd4-4629-b2b8-334e68fd173e" targetNamespace="http://schemas.microsoft.com/office/2006/metadata/properties" ma:root="true" ma:fieldsID="fe8d7d7032421c6ebaf4a4bb477ca9e1" ns2:_="" ns3:_="">
    <xsd:import namespace="b95ac0ef-bd66-4d7c-ae1d-5cdd18d9eb78"/>
    <xsd:import namespace="ff363b55-ebd4-4629-b2b8-334e68fd17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CR" minOccurs="0"/>
                <xsd:element ref="ns3:TaxCatchAll" minOccurs="0"/>
                <xsd:element ref="ns2:lcf76f155ced4ddcb4097134ff3c332f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_xff59_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5ac0ef-bd66-4d7c-ae1d-5cdd18d9eb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画像タグ" ma:readOnly="false" ma:fieldId="{5cf76f15-5ced-4ddc-b409-7134ff3c332f}" ma:taxonomyMulti="true" ma:sspId="a1abd56f-78d4-4289-b5d3-ebb70d80254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xff59_" ma:index="26" nillable="true" ma:displayName="ｙ" ma:format="Dropdown" ma:list="UserInfo" ma:SharePointGroup="0" ma:internalName="_xff59_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363b55-ebd4-4629-b2b8-334e68fd173e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f056ea1d-c086-477a-b414-26aea09d4a62}" ma:internalName="TaxCatchAll" ma:showField="CatchAllData" ma:web="ff363b55-ebd4-4629-b2b8-334e68fd173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6F3E38A-8877-4D65-AF9E-2FFEEA9524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752973F-318E-4A3B-88FE-C1664FEE7AC5}">
  <ds:schemaRefs>
    <ds:schemaRef ds:uri="b95ac0ef-bd66-4d7c-ae1d-5cdd18d9eb78"/>
    <ds:schemaRef ds:uri="ff363b55-ebd4-4629-b2b8-334e68fd173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85F6690-2D75-4BC4-988C-74475D263FCD}">
  <ds:schemaRefs>
    <ds:schemaRef ds:uri="b95ac0ef-bd66-4d7c-ae1d-5cdd18d9eb78"/>
    <ds:schemaRef ds:uri="ff363b55-ebd4-4629-b2b8-334e68fd173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41e161d0-5b65-430f-b842-a438aa5f1fd2}" enabled="0" method="" siteId="{41e161d0-5b65-430f-b842-a438aa5f1f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24</Slides>
  <Notes>17</Notes>
  <HiddenSlides>5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玉木研テンプレート Noto Sans JP版</vt:lpstr>
      <vt:lpstr>Interaction Temporal Localizationにおける 選択肢に基づく動画の切り出しと個別推論</vt:lpstr>
      <vt:lpstr>はじめに</vt:lpstr>
      <vt:lpstr>VLMへの動画適応における課題</vt:lpstr>
      <vt:lpstr>関連研究</vt:lpstr>
      <vt:lpstr>EgoCross</vt:lpstr>
      <vt:lpstr>本研究で扱うEgoCrossの対象データ</vt:lpstr>
      <vt:lpstr>本研究で扱うタスク：ITL</vt:lpstr>
      <vt:lpstr>提案手法の概要</vt:lpstr>
      <vt:lpstr>時間区間に基づく動画分割</vt:lpstr>
      <vt:lpstr>各時間区間に対する相互作用判定</vt:lpstr>
      <vt:lpstr>時間区間の評価に基づく最終選択</vt:lpstr>
      <vt:lpstr>実験設定：評価設定</vt:lpstr>
      <vt:lpstr>実験設定①：ベースラインと提案手法</vt:lpstr>
      <vt:lpstr>実験結果①</vt:lpstr>
      <vt:lpstr>実験設定②：時間情報の付与</vt:lpstr>
      <vt:lpstr>実験結果②</vt:lpstr>
      <vt:lpstr>まとめ</vt:lpstr>
      <vt:lpstr>PowerPoint Presentation</vt:lpstr>
      <vt:lpstr>提案手法　プロンプト</vt:lpstr>
      <vt:lpstr>モデル図メモ</vt:lpstr>
      <vt:lpstr>はじめに</vt:lpstr>
      <vt:lpstr>EgoCross</vt:lpstr>
      <vt:lpstr>EgoCrossで注目したタスク</vt:lpstr>
      <vt:lpstr>データセット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Amano Ayumu</dc:creator>
  <cp:revision>1</cp:revision>
  <cp:lastPrinted>2021-02-24T23:20:47Z</cp:lastPrinted>
  <dcterms:created xsi:type="dcterms:W3CDTF">2020-12-13T22:15:07Z</dcterms:created>
  <dcterms:modified xsi:type="dcterms:W3CDTF">2026-06-09T04:38:18Z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0x0101006E849F6EF8CAD44BBB3BC5CD2318AC60</vt:lpwstr>
  </property>
  <property fmtid="{D5CDD505-2E9C-101B-9397-08002B2CF9AE}" pid="3" name="Order">
    <vt:r8>28173700</vt:r8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  <property fmtid="{D5CDD505-2E9C-101B-9397-08002B2CF9AE}" pid="7" name="MediaServiceImageTags">
    <vt:lpwstr/>
  </property>
</Properties>
</file>